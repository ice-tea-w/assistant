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75104"/>
            <a:ext cx="6949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ASSISTANT · 架构说明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32304"/>
            <a:ext cx="8412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文件系统四模块：实现与交互关系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9C6D8"/>
                </a:solidFill>
                <a:latin typeface="Microsoft YaHei"/>
                <a:ea typeface="Microsoft YaHei"/>
                <a:cs typeface="Microsoft YaHei"/>
              </a:rPr>
              <a:t>各自实现什么 · 彼此靠什么连 · 为什么必须这么连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61104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35424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M1 文件管理 · M2 传输与共享 · M3 安全 · M4 插件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828800"/>
            <a:ext cx="2697480" cy="3154680"/>
          </a:xfrm>
          <a:prstGeom prst="roundRect">
            <a:avLst>
              <a:gd name="adj" fmla="val 5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03120"/>
            <a:ext cx="2194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一页结论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87168"/>
            <a:ext cx="2148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四个模块不是四个并列功能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是一条受控流水线 + 一个共享身份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跨模块只剩 4 个契约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·  其余耦合一律驳回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523036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依据：架构评审修订后的方案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一页看懂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378098" cy="54864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1938528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38528"/>
            <a:ext cx="1234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职责怎么切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468880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一个问题只归一个模块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35808"/>
            <a:ext cx="279288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M1 看得见 · M2 出得去进得来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M3 该不该、准不准、要不要保护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M4 谁来加功能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落不进这四行的，先别当新模块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645920"/>
            <a:ext cx="337809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5106" y="1938528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5106" y="1938528"/>
            <a:ext cx="1234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靠什么连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5106" y="2468880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4 个契约 + 公开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106" y="3035808"/>
            <a:ext cx="279288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C1 FileRef · C2 事件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C3 网关 · C4 插件入口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模块门面上批准过的公开 API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应用层编排作为组合根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9196" y="1645920"/>
            <a:ext cx="3378098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9196" y="1645920"/>
            <a:ext cx="337809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91804" y="1938528"/>
            <a:ext cx="1234440" cy="329184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804" y="1938528"/>
            <a:ext cx="1234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边界在哪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804" y="2468880"/>
            <a:ext cx="279288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网关只授权，执行器动手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804" y="3035808"/>
            <a:ext cx="279288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只管经本应用发起的受控操作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完整性是「发现」，不是「阻止」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capability 不是进程内沙箱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跨库不假设原子性，用恢复状态机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73168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773168"/>
            <a:ext cx="100885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一句话结论：</a:t>
            </a:r>
            <a:r>
              <a:rPr sz="13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四个模块能各自长大，不靠约定俗成，而靠把耦合压到 4 个契约上。谁想加一条新的跨模块交互，先证明它落得进「七条边」之一 —— 落不进，就是职责重叠或契约漏了，回头改设计，而不是就地加接口。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本稿所有契约、边界与顺序均取自 docs/architecture/文件系统四模块-关联与方案.md（提案 v2）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职责划分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四模块：各自回答一个问题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64208"/>
          <a:ext cx="10817352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1328"/>
                <a:gridCol w="2606040"/>
                <a:gridCol w="3886200"/>
                <a:gridCol w="284378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主要输出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明确不回答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4A90D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文件管理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盘上有什么、在哪、怎么找到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索引快照 · 查询结果 · 分类/排除 · box 登记与去向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该不该被操作、怎么送出去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传输与共享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文件怎么出去、怎么进来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传输作业（状态机/分块/校验/重试/恢复）· 配对 · 通道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文件是什么、能不能发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安全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该不该允许、有没有被动过、怎么保护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 Allow/Ask/Deny · 完整性账本 · 审计 · 保险箱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文件在哪、怎么发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5B4B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M4 插件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谁来加新能力、加的能力能碰什么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扩展点实现 · 能力声明 · 插件生命周期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以上任何一件事本身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504688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5504688"/>
            <a:ext cx="102348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验收式判据：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任何新需求先往这四行里放。放不进去，说明它是第五个模块 —— 停下来讨论，而不是塞进现有模块。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M3 内部还要再分三档（发现 / 判定 / 保护），三者的验收方式完全不同 —— 见第 14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四层结构：依赖只许向下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10820095" cy="713232"/>
          </a:xfrm>
          <a:prstGeom prst="roundRect">
            <a:avLst>
              <a:gd name="adj" fmla="val 5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73936"/>
            <a:ext cx="50292" cy="457200"/>
          </a:xfrm>
          <a:prstGeom prst="rect">
            <a:avLst/>
          </a:prstGeom>
          <a:solidFill>
            <a:srgbClr val="5E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234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接入层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645920"/>
            <a:ext cx="91741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QML 搜索浮窗 · 主面板 · 托盘 · 插件（只经 IHostApi，不碰模块）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05456"/>
            <a:ext cx="10820095" cy="713232"/>
          </a:xfrm>
          <a:prstGeom prst="roundRect">
            <a:avLst>
              <a:gd name="adj" fmla="val 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633472"/>
            <a:ext cx="50292" cy="4572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6"/>
            <a:ext cx="1234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模块层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505456"/>
            <a:ext cx="91741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M1 FileIndex · M2 TransferManager · M3 SecurityCenter · M4 PluginManager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64992"/>
            <a:ext cx="10820095" cy="713232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93008"/>
            <a:ext cx="50292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1234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契约层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128" y="3364992"/>
            <a:ext cx="91741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C1 FileRef · C2 FileSystemEvent · C3 FileOpGateway · C4 IHostApi + 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24528"/>
            <a:ext cx="10820095" cy="713232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352544"/>
            <a:ext cx="50292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24528"/>
            <a:ext cx="1234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基座层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7128" y="4224528"/>
            <a:ext cx="91741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FileIdentity · Snapshot · 事件分发器 · 各库访问组件 · Migrator · Config · Logger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8687" y="219456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8687" y="305409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8687" y="391363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02352"/>
            <a:ext cx="10820095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5212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三条组织规则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5541264"/>
            <a:ext cx="32461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1. 可以调公开业务 API，不许依赖别人的内部实现头 / 私有表 / 私有协作者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5541264"/>
            <a:ext cx="32461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2. 应用层是组合根：构造、注入、编排都在这里，别散到各处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6408" y="5541264"/>
            <a:ext cx="32461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3. 不许为消除每次调用而加临时抽象，也不许把协调逻辑收进一个新的全局门面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唯一的两处「向上」是接口倒置：IFilePolicy 由 M3 实现、IHostApi 由应用层实现，基座只持指针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受控操作：全应用只有一条路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06324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063240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① 受理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67712"/>
            <a:ext cx="25146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请求提交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调用主体校验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目标对象重新解析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3903" y="23957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06324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45920"/>
            <a:ext cx="306324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2880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② 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267712"/>
            <a:ext cx="25146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策略判定 Allow/Ask/Deny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Ask = 尚未授权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必要时等待审批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23957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645920"/>
            <a:ext cx="306324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1645920"/>
            <a:ext cx="306324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828800"/>
            <a:ext cx="2514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③ 收口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267712"/>
            <a:ext cx="251460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执行前再次验证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执行 / 创建异步作业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 记录结果 → 更新状态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31920"/>
            <a:ext cx="10820095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931920"/>
            <a:ext cx="50292" cy="8412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3931920"/>
            <a:ext cx="1023487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网关的职责是「授权 + 协调」，不是「替所有人做 I/O」：</a:t>
            </a:r>
            <a:r>
              <a:rPr sz="12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实际文件操作由受控执行组件完成，传输作业交给 M2。
不要求每读一个数据块都重跑一次策略求值，但必须在校验边界检查源文件身份、版本与授权有效性。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56048"/>
            <a:ext cx="3405530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065776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失败关闭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376672"/>
            <a:ext cx="296661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策略异常 / 超时 / 无效结果 / 审批失效，一律 Deny；长作业遇到规则更新或信任撤销，按作业状态机处理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2498" y="4956048"/>
            <a:ext cx="3405530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1954" y="5065776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覆盖范围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1954" y="5376672"/>
            <a:ext cx="296661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只管经本应用发起的受控操作；资源管理器、别的程序直接动手，网关拦不住，也不承诺拦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99196" y="4956048"/>
            <a:ext cx="3405530" cy="1243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8652" y="5065776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双源去重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8652" y="5376672"/>
            <a:ext cx="296661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网关返回结果与文件系统通知是两路信息，必须用操作 id 关联，不能当成两次独立变更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这条流水线同时是插件的越权防线：插件没有文件系统权限，落盘动作都变成带 actor 的受控请求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契约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C1 FileRef：轻量值句柄，不是授权凭证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4846320" cy="3310128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1901952"/>
            <a:ext cx="422452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struct FileRef {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quint64 id      = 0;   // 不透明句柄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QString path;          // 可失效的定位提示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qint64  size, mtime;   // 变化提示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0C88C"/>
                </a:solidFill>
                <a:latin typeface="Consolas"/>
                <a:ea typeface="Consolas"/>
                <a:cs typeface="Consolas"/>
              </a:rPr>
              <a:t>  quint32 catMask;       // M1 派生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0C88C"/>
                </a:solidFill>
                <a:latin typeface="Consolas"/>
                <a:ea typeface="Consolas"/>
                <a:cs typeface="Consolas"/>
              </a:rPr>
              <a:t>  quint8  flags;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0C88C"/>
                </a:solidFill>
                <a:latin typeface="Consolas"/>
                <a:ea typeface="Consolas"/>
                <a:cs typeface="Consolas"/>
              </a:rPr>
              <a:t>  quint8  secLevel;      // 仅展示/粗筛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02352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字段可以随实现调整；下面三条语义不可省略。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4728" y="1645920"/>
            <a:ext cx="5681167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4728" y="1773936"/>
            <a:ext cx="45720" cy="7680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44184" y="175564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不是身份凭证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4184" y="2066544"/>
            <a:ext cx="5150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进程内不透明句柄 ≠ 物理身份（卷序列号 + FileId）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路径是定位提示，不是稳定主键；文件可在两次调用之间被替换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24728" y="2779776"/>
            <a:ext cx="5681167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24728" y="2907792"/>
            <a:ext cx="45720" cy="76809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288950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不是快照保证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184" y="3200400"/>
            <a:ext cx="5150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size / mtime 只是快速变化提示，不是内容完整性证明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id 必须定义进程重启、文件删除、句柄失效时的行为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24728" y="3913632"/>
            <a:ext cx="5681167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24728" y="4041648"/>
            <a:ext cx="45720" cy="768096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44184" y="402336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不是授权凭证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184" y="4334256"/>
            <a:ext cx="51508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secLevel 只能展示与粗筛，授权时必须重新判定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敏感操作尽可能用已打开的句柄验证实际对象，避免 TOCTOU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41648"/>
            <a:ext cx="4846320" cy="93268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4151376"/>
            <a:ext cx="4480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发送不变量：发送前校验源文件身份 · 传输中检测源文件变化 · 接收端分块校验 + 最终内容哈希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要求「发出去的内容与授权时严格一致」时，必须用可验证快照或受控句柄 —— 只看 size/mtime 不够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契约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C2 事件：变化通知，不是审计日志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074920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9222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它只做一件事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21408"/>
            <a:ext cx="45720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告诉订阅者「盘上变了」，用于增量处理。</a:t>
            </a:r>
            <a:r>
              <a:rPr sz="11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
它可能丢失、重复、乱序、溢出；它不能当审计日志，也不能当「没收到就等于没变」的依据。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18688"/>
            <a:ext cx="5074920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218688"/>
            <a:ext cx="50292" cy="2121408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3284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协议必须先写死这 5 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46177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1. seq 的作用域、生成方、比较规则（全局单调还是按根单调？）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2. Added / Removed / Renamed 的路径语义（目录重命名时子树怎么表达）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3. 可获得的物理身份信息，以及拿不到时怎么办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4. Overflow 对应哪个监控根 / 受影响范围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5. 重复事件、乱序事件、消费者失败的处理方式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9320" y="1645920"/>
          <a:ext cx="5513832" cy="3547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0432"/>
                <a:gridCol w="434340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 Overflow / 中断 / 失败时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4A90D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索引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重扫受影响范围，修复索引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账本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该范围标「待复核」——不许因没收到后续事件就认定没变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作业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对源 / 目标文件主动校验，不靠通知决定作业状态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5E6A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必须写出自己的恢复 / 重试 / 降级策略，写不出不许接入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消费者由应用层显式组装；固定数量只是当前约定，不是长期不变量 —— 要加就走显式依赖，不许开隐式全局订阅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契约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C3 网关：授什么权、谁动手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60704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5760720"/>
                <a:gridCol w="288036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不负责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5B4B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FileOpGateway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请求校验 · 主体识别 · 策略调用 · 审批协调 · 执行前验证 · 结果关联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底层文件 I/O、传输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IFilePolicy（M3）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同步、纯内存的规则求值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审批、落库、哈希、传输准备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受控执行组件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执行受控的本地文件操作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策略判定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TransferManager（M2）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异步传输作业与通道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绕过授权边界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5E6A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审计组件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按风险分级持久化请求 / 判定 / 结果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阻塞前台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718304"/>
            <a:ext cx="5230368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48280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失败关闭（比 v1 更完整）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5157216"/>
            <a:ext cx="47548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策略异常 / 超时 / 无效结果 → Deny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审批失效、规则更新、信任撤销 → 按作业状态机处理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用户取消 → 后续块级操作立即失效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4718304"/>
            <a:ext cx="5358384" cy="13898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82803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静态检查的真实语义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5157216"/>
            <a:ext cx="495604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覆盖 Qt / Win32 / Shell / 标准库全部变更 API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放行受控执行组件，拒绝 QML 层、插件、其他模块私自调用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验收不是「没命中字符串」，而是「所有路径都过边界」；例外逐条登记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网关实现为「注入依赖的具体协调类」；未来确有多种实现再抽接口 —— 不因形式统一而加一层空虚接口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契约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C4 插件入口：能力声明，不是沙箱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577840" cy="2212848"/>
          </a:xfrm>
          <a:prstGeom prst="roundRect">
            <a:avLst>
              <a:gd name="adj" fmla="val 5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47088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class IHostApi {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search(text, limit);        // index.read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resolve(id);               // file.read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submitIngest(path, src);   // ingest.write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0C88C"/>
                </a:solidFill>
                <a:latin typeface="Consolas"/>
                <a:ea typeface="Consolas"/>
                <a:cs typeface="Consolas"/>
              </a:rPr>
              <a:t>  requestSend(id, device);   // transfer.send → 必过授权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8D8A8"/>
                </a:solidFill>
                <a:latin typeface="Consolas"/>
                <a:ea typeface="Consolas"/>
                <a:cs typeface="Consolas"/>
              </a:rPr>
              <a:t>  showPanel(qmlUrl);         // ui.panel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68496"/>
            <a:ext cx="5577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v1 能力清单（8 个，名称集中定义，不许各处拼写）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315968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315968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index.read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315968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315968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file.read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4315968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315968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file.write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315968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4315968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op.execute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91456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9145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ingest.write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4791456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479145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transfer.send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791456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79145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security.policy.read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4791456"/>
            <a:ext cx="1298448" cy="365760"/>
          </a:xfrm>
          <a:prstGeom prst="roundRect">
            <a:avLst>
              <a:gd name="adj" fmla="val 40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4791456"/>
            <a:ext cx="12984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ui.panel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645920"/>
            <a:ext cx="5010912" cy="2212848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828800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必须说清的一句话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12848"/>
            <a:ext cx="452628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进程内插件能直接调 Win32、读进程内存、影响宿主。所以 manifest、签名、capability 都只是「契约」，不是「边界」。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签名只证明来源与完整性，不证明行为可信 —— 这一点必须写在安装提示里，而不是靠用户自己发现。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956048"/>
            <a:ext cx="10820095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06577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宿主必须自己做的两件事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由宿主解析实际调用主体，插件自填 actorId 一律无效
· 每次宿主 API 调用都校验能力（默认拒绝）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39496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API 版本兼容与能力授权分开判断（两个错误码，不许混）
· 生命周期：加载位置可信 → 校验 manifest → 初始化 → 失败干净回滚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依赖规则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合法的三条路，和非法的三条路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5138928" cy="2615184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138928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合法：三者之一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9424"/>
            <a:ext cx="46177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 契约类型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include/contract/ 里的 C1–C4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 公开业务 API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模块门面上明确批准过的方法，如 FileIndex::upsert()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 应用层编排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组合根串起来的调用顺序，不落在任何模块内部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45920"/>
            <a:ext cx="5358384" cy="2615184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645920"/>
            <a:ext cx="5358384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10512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驳回：典型的三种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249424"/>
            <a:ext cx="48463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1. include 别人的内部实现头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#include "core/TransferManager.h" 出现在 M3 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2. 直接查别人的私有表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M3 去读 M1 的 files 表 —— 表结构一改就崩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 绕过授权边界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    M4 直调 M2 内部通道，等于自己给自己授权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43984"/>
            <a:ext cx="10820095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53712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契约数量：是审查提示，不是正确性指标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01184"/>
            <a:ext cx="10271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v1 写的是「只能有四个，多一个都不加」。v2 改成：四个是当前目标集合，新增必须说得清「独立职责、必要性、依赖方向、失败语义」四件事。说得清就不必因为超过四个而绕道；说不清，一个也不该加。机械冻结数量只会逼出畸形绕过。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判据可以背下来：依赖的是契约类型、门面上的批准方法、还是应用层编排？三者之外一律驳回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交互关系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七条边：加交互前先落到某一条上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17352" cy="4370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/>
                <a:gridCol w="2212848"/>
                <a:gridCol w="2606040"/>
                <a:gridCol w="5065776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传递什么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走什么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失败模式与对策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4A90D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→ M2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待发送的 FileRef 集合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TransferManager::enqueue()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排队期间文件被改 → 重新解析验身份，不匹配就跳过，绝不发半截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→ M1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新落地文件 + 来源信息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FileIndex::upsert() / remove()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索引未就绪 → 排队不丢；恢复后补提交，不重收文件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4A90D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M1 → M3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查询视野 + 变更事件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query() + 订阅 C2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Overflow → 标待复核，巡检兜底；M3 不许自己扫盘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→ M1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密级回写 secLevel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快照重建（同 catMask）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rulesVersion 驱动重建；授权时仍必须重新判定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 → M2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OpDecision + obligations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网关判定 → 创建受控作业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判定异常/审批失效 → Deny；执行中规则变更按作业状态机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M2 → M3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外来文件校验请求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SecurityCenter::verifyIncoming()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校验不符 → 留隔离区、不入库、不进索引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5B4B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M4 → 全部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能力调用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IHostApi → 公开 API / 网关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能力不足给明确错误码；插件异常见第 15 页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七条边之外的新交互＝新增一条边，需要重新评审：多半是职责重叠，或某个契约漏了一句话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M1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文件管理：只补接缝，不重写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已有主体不动：FileIndex 门面 / FileSnapshot / SnapshotManager / A3–A8 清单 / 治理 B–E。M1 不承担 M2 的传输执行，也不承担 M3 的安全授权。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920240"/>
          <a:ext cx="10817352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4160520"/>
                <a:gridCol w="5239512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候选字段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加的条件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必须同时明确的语义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sec_level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 M3 密级结果的派生缓存，且能识别规则版本过期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授权时必须重新判定；只用于展示 / 筛选 / 粗筛，不能作为授权依据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prov_id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来源关联、查询性能或现有数据模型确有需要时，才进索引库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5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来源记录的权威存储位置、关联失效时的行为、删除与迁移策略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41148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v1 → v2 的关键收紧：这两个字段不再「顺手一起加」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43984"/>
            <a:ext cx="340553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443984"/>
            <a:ext cx="3405530" cy="457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4572000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薄门面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4882896"/>
            <a:ext cx="296661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M2 / M3 是客户，不是成员：只经 upsert / remove / query 通信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2498" y="4443984"/>
            <a:ext cx="340553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2498" y="4443984"/>
            <a:ext cx="3405530" cy="457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954" y="4572000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跨库不假设外键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954" y="4882896"/>
            <a:ext cx="296661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来源记录在独立库时，用稳定标识 + 可恢复应用逻辑关联，不靠跨库外键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99196" y="4443984"/>
            <a:ext cx="340553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99196" y="4443984"/>
            <a:ext cx="3405530" cy="4572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8652" y="4572000"/>
            <a:ext cx="29666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字段要有出处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8652" y="4882896"/>
            <a:ext cx="296661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新增字段必须服务明确的查询或恢复需求，不为「将来可能需要」无限扩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secLevel 若进快照：uint8 向量，20 万条约 0.2 MB，按 rulesVersion 重建，不重扫盘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M2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传输：一套作业内核，三个交付单元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0553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92224"/>
            <a:ext cx="50292" cy="159105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847088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65376"/>
            <a:ext cx="23539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传输作业内核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77440"/>
            <a:ext cx="28386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状态机 · 分块 · 校验 · 重试 · 取消 · 恢复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先用本地模拟通道验证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不碰网络就能验收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1645920"/>
            <a:ext cx="340553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2498" y="1792224"/>
            <a:ext cx="50292" cy="1591056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66818" y="1847088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6818" y="1847088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5458" y="1865376"/>
            <a:ext cx="23539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渠道目录通道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106" y="2377440"/>
            <a:ext cx="28386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复用 box / 追踪 / 归档机制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投递到渠道客户端监听的目录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验收入库与索引一致性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9196" y="1645920"/>
            <a:ext cx="340553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99196" y="1792224"/>
            <a:ext cx="50292" cy="1591056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73516" y="1847088"/>
            <a:ext cx="420624" cy="384048"/>
          </a:xfrm>
          <a:prstGeom prst="roundRect">
            <a:avLst>
              <a:gd name="adj" fmla="val 40000"/>
            </a:avLst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3516" y="1847088"/>
            <a:ext cx="4206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2156" y="1865376"/>
            <a:ext cx="23539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LAN 通道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804" y="2377440"/>
            <a:ext cx="283860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配对 · 验证过的 TLS · 接收隔离区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分块续传 · 最终提交 · 崩溃恢复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①② 稳定后才做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12463"/>
            <a:ext cx="64465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712463"/>
            <a:ext cx="50292" cy="22128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822191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接收端 6 条硬要求（都是安全用例，不是可选项）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4187952"/>
            <a:ext cx="5989320" cy="1664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路径：</a:t>
            </a:r>
            <a:r>
              <a:rPr sz="10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远端不能决定最终落盘路径；拒绝穿越、ADS、保留设备名、危险 reparse point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入库：</a:t>
            </a:r>
            <a:r>
              <a:rPr sz="10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未完成校验的文件不得进入正式索引；默认不覆盖同名文件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恢复：</a:t>
            </a:r>
            <a:r>
              <a:rPr sz="10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接收 / 验证 / 入库 / 索引更新必须能在崩溃后恢复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状态：</a:t>
            </a:r>
            <a:r>
              <a:rPr sz="100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源文件变化、重复块、任务取消、提交失败都要有明确状态转移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3712463"/>
            <a:ext cx="4206240" cy="2212848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6" y="3822191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TLS 红线（v1 已修订）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4187952"/>
            <a:ext cx="376732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目标环境无法提供「经过验证」的 TLS 后端 → 暂停 LAN 发布。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不允许自动退化成自研加密协议。应用层 AES-GCM 不是 TLS 的替代品 —— 两者解决的是不同层面的问题。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→ 这是一道前置门槛，不是可以留到发布后再补的项。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mDNS 不进首版：手动地址 + 配对码起步；后续按真实发现体验与依赖成本再评估，但不永久禁止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M3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安全：发现 / 判定 / 保护，三种能力分开验收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40553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40553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9222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57984"/>
            <a:ext cx="285689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订阅事件 + 快速签名 + 周期复核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只承诺「在监控范围内发现变化」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不承诺阻止所有外部修改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498" y="1645920"/>
            <a:ext cx="340553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498" y="1645920"/>
            <a:ext cx="340553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6818" y="179222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157984"/>
            <a:ext cx="285689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对经本应用的受控操作求值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返回 Allow / Ask / Deny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异常与超时一律失败关闭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99196" y="1645920"/>
            <a:ext cx="3405530" cy="14447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99196" y="1645920"/>
            <a:ext cx="3405530" cy="54864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3516" y="1792224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3516" y="2157984"/>
            <a:ext cx="285689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保险箱 + 密钥管理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受控的临时明文生命周期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只承诺静止态加密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40"/>
            <a:ext cx="5102352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34015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账本：状态必须能说出「不知道」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3749039"/>
            <a:ext cx="1060704" cy="329184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749039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12264" y="3749039"/>
            <a:ext cx="1060704" cy="329184"/>
          </a:xfrm>
          <a:prstGeom prst="roundRect">
            <a:avLst>
              <a:gd name="adj" fmla="val 40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12264" y="3749039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待复核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3749039"/>
            <a:ext cx="1060704" cy="329184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3749039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已变化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53128" y="3749039"/>
            <a:ext cx="1060704" cy="329184"/>
          </a:xfrm>
          <a:prstGeom prst="roundRect">
            <a:avLst>
              <a:gd name="adj" fmla="val 40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3749039"/>
            <a:ext cx="106070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不可验证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187952"/>
            <a:ext cx="45902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监控中断、事件溢出、文件读取失败 → 显式标记，不许静默当成正常。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快速签名只做变化筛查；要判「内容是否一致」必须全量哈希，或分块哈希 + 最终哈希。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291840"/>
            <a:ext cx="5376672" cy="2359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34015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保险箱 v1 必须明确的 5 件事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3785615"/>
            <a:ext cx="4882896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1. 数据密钥的生成与管理（AES-256-GCM + DPAPI 保护）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2. nonce 不重复的保证（随机碰撞论证或计数器方案）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3. 文件名 / 元数据与密文之间的认证关系（AAD 绑什么）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4. 恢复码的生成、保存、验证与密钥恢复语义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5. 临时明文的创建 / 清理 / 异常恢复；改文件后如何重加密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779008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5779008"/>
            <a:ext cx="1030803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擦除的诚实边界：</a:t>
            </a:r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删掉临时文件不等于 SSD / 日志 / 备份 / 分页文件里的明文副本都消失 —— 只承诺「受控的临时明文生命周期」，不承诺无法验证的绝对擦除。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M4 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插件：进程内完全信任，先把边界说清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50292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92224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v1 的信任模型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57984"/>
            <a:ext cx="3931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面向「用户主动安装并明确授权」的可信代码，进程内加载。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它能直接调 Win32、读进程内存、影响宿主 —— 签名只用来识别来源与完整性，不用来证明行为可信。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承认：插件崩溃可能拖垮主进程。这是 v1 的已知代价，不是缺陷遗漏。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64208"/>
            <a:ext cx="5852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宿主必须做的 6 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48256"/>
            <a:ext cx="5897880" cy="1755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1. 从可信加载位置加载，明确安装与启用流程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2. 校验 manifest、API 版本、能力声明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3. 由宿主识别插件身份，不信任自填 actorId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4. 每次宿主 API 调用都校验能力（默认拒绝）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5. 管理停用 / 卸载 / 初始化失败 / 宿主关闭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6. 异常给出明确错误信息，不静默吞掉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68496"/>
            <a:ext cx="1082009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7822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C5F9E"/>
                </a:solidFill>
                <a:latin typeface="Microsoft YaHei"/>
                <a:ea typeface="Microsoft YaHei"/>
                <a:cs typeface="Microsoft YaHei"/>
              </a:rPr>
              <a:t>两类扩展点之外，还要三个稳定面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07408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ISearchProvider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4515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往搜索结果里加一类结果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407408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IFileActionProvider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4515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给 FileRef 加动作（右键 / 命令）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407408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IIngestSource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64515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提供新的文件来源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20640"/>
            <a:ext cx="10820095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20640"/>
            <a:ext cx="1027145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版本与能力分开判断：</a:t>
            </a:r>
            <a:r>
              <a:rPr sz="10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apiVersion 不兼容 → 拒绝加载；能力不足 → 拒绝调用。两个错误码不许混，否则用户只会看到「插件不工作」。</a:t>
            </a:r>
            <a:r>
              <a:rPr sz="1050" b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
进程外插件与 IPC 隔离属于后续候选，与 mDNS 是两件独立的事，不互相绑定。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存储边界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5 个存储区：谁是权威，失败怎么办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45920"/>
          <a:ext cx="10817352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5648"/>
                <a:gridCol w="2788920"/>
                <a:gridCol w="1965960"/>
                <a:gridCol w="430682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存储区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性质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唯一写者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迁移失败</a:t>
                      </a:r>
                    </a:p>
                  </a:txBody>
                  <a:tcPr marL="100584" marR="73152" marT="27432" marB="27432" anchor="ctr">
                    <a:solidFill>
                      <a:srgbClr val="14223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5E6A7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file_index.db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派生（可从磁盘重建）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FileIndexDatabase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备份后重建，代价是重扫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4A90D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downloads.db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权威（box / 去向链重建不出来）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DownloadsDatabase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保留数据，停止相关功能，拒绝启动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security.db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权威（账本 / 审计 / 密钥清单）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SecurityDatabase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同上，且比 downloads 更硬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2E8B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transfer.db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半权威（作业可弃，配对信任不可弃）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TransferDatabase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降级启动：禁传输，提示重新配对</a:t>
                      </a:r>
                    </a:p>
                  </a:txBody>
                  <a:tcPr marL="100584" marR="73152" marT="27432" marB="27432" anchor="ctr">
                    <a:solidFill>
                      <a:srgbClr val="F1F5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5B4B8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plugins/&lt;id&gt;/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插件私有（命名空间隔离）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插件自己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6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隔离该插件，不破坏主程序</a:t>
                      </a:r>
                    </a:p>
                  </a:txBody>
                  <a:tcPr marL="100584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590288"/>
            <a:ext cx="55321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7000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跨库状态机的四问（每个状态都要答）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5029200"/>
            <a:ext cx="502920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1. 哪些持久化操作已经完成？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2. 哪些可以安全重试？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3. 哪些必须补偿或回滚？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4. 哪些只能交给用户处理？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90288"/>
            <a:ext cx="5102352" cy="1645920"/>
          </a:xfrm>
          <a:prstGeom prst="roundRect">
            <a:avLst>
              <a:gd name="adj" fmla="val 5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470001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两个必须写成用例的场景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5029200"/>
            <a:ext cx="4626864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已写入 quarantine 但未入库 → 重启后续验，或安全清理，不许停在半入库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来源登记成功但索引更新失败 → 补提交索引，不重收整个文件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独立数据库 ≠ 天然一致：跨库流程必须有恢复入口和验收用例，这是 v1 只写「靠应用逻辑维护」补不上的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依赖阶梯：能并行的并行，不能被同一闭环卡住的先卡死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17904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65376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56816"/>
            <a:ext cx="4572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14721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内核 A3–A6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14721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身份 · 事件恢复 · 受控操作边界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103120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517904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可并行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65376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1956816"/>
            <a:ext cx="45720" cy="54864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938528"/>
            <a:ext cx="1837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B 治理过滤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176272"/>
            <a:ext cx="18379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分类 · 排除 · 查询语法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2706624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2798064"/>
            <a:ext cx="4572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779776"/>
            <a:ext cx="183794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M3-p1 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017520"/>
            <a:ext cx="18379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边界 + 判定 + 账本骨架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103120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本地闭环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1865376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1956816"/>
            <a:ext cx="4572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0680" y="1938528"/>
            <a:ext cx="2020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C/D box + 追踪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176272"/>
            <a:ext cx="20208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入库恢复闭环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0" y="2706624"/>
            <a:ext cx="23317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57800" y="2798064"/>
            <a:ext cx="4572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779776"/>
            <a:ext cx="20208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E 归档多源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017520"/>
            <a:ext cx="20208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不被 LAN 待定阻塞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2103120"/>
            <a:ext cx="329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15179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传输三级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1865376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1956816"/>
            <a:ext cx="4572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1000" y="1938528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M2① 作业内核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2176272"/>
            <a:ext cx="2706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本地模拟通道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706624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2798064"/>
            <a:ext cx="4572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779776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M2② 渠道通道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017520"/>
            <a:ext cx="2706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复用 box / 追踪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3547872"/>
            <a:ext cx="30175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18120" y="3639312"/>
            <a:ext cx="45720" cy="54864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3621024"/>
            <a:ext cx="27066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M2③ LAN 通道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3858768"/>
            <a:ext cx="2706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TLS 实测通过才做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590288"/>
            <a:ext cx="5230368" cy="1097280"/>
          </a:xfrm>
          <a:prstGeom prst="roundRect">
            <a:avLst>
              <a:gd name="adj" fmla="val 5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" y="47000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旁支：M3-p2 保险箱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" y="5010912"/>
            <a:ext cx="475488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独立验证加密 / 密钥 / 恢复码 / 临时明文；可复用验证过的加密工具，但不依赖 M2 业务模块，因此不必等传输。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4590288"/>
            <a:ext cx="5376672" cy="1097280"/>
          </a:xfrm>
          <a:prstGeom prst="roundRect">
            <a:avLst>
              <a:gd name="adj" fmla="val 5000"/>
            </a:avLst>
          </a:prstGeom>
          <a:solidFill>
            <a:srgbClr val="EEE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47000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B4B8A"/>
                </a:solidFill>
                <a:latin typeface="Microsoft YaHei"/>
                <a:ea typeface="Microsoft YaHei"/>
                <a:cs typeface="Microsoft YaHei"/>
              </a:rPr>
              <a:t>条件触发：M4 插件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64224" y="5010912"/>
            <a:ext cx="49377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挂在「核心公开 API 定型」这个条件上，不挂在某条实现链的末尾 —— 所以它不看传输做没做完，看接口稳没稳。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并行与串行的界线：互不依赖的实现可以并行；被同一闭环依赖的接口必须先各自验收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收口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8200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已拍板的、还没测的、明确不做的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960120" cy="4114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520440" cy="3858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352044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792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四项决策（已定）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176272"/>
            <a:ext cx="305409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操作边界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做，但网关只授权协调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mDNS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首版不做，也不永久禁止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插件信任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进程内完全信任，无沙箱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保险箱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只承诺静止态加密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3858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520440" cy="54864"/>
          </a:xfrm>
          <a:prstGeom prst="rect">
            <a:avLst/>
          </a:prstGeom>
          <a:solidFill>
            <a:srgbClr val="B5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792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待实测（不是设计待决）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176272"/>
            <a:ext cx="3054096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Qt TLS 后端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LAN 发布的前置门槛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prov_id 是否入索引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看查询需求与性能实测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mDNS 是否引入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看真实发现体验与成本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B56E00"/>
                </a:solidFill>
                <a:latin typeface="Microsoft YaHei"/>
                <a:ea typeface="Microsoft YaHei"/>
                <a:cs typeface="Microsoft YaHei"/>
              </a:rPr>
              <a:t>插件进程外化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与 mDNS 无关，独立决策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645920"/>
            <a:ext cx="3502152" cy="3858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645920"/>
            <a:ext cx="3502152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7922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v1 明确不做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176272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文件系统过滤驱动级拦截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全系统外部操作强制控制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进程内插件沙箱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运行期完全无明文的保险箱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自研 TLS 替代协议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· NAT 穿透 / 公网直连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4956048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这些不是「以后再说」，是「说了也做不到」——写进文档是为了不给自己留假承诺的余地。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382512"/>
            <a:ext cx="96313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A7A"/>
                </a:solidFill>
                <a:latin typeface="Microsoft YaHei"/>
                <a:ea typeface="Microsoft YaHei"/>
                <a:cs typeface="Microsoft YaHei"/>
              </a:rPr>
              <a:t>所有性能数字都是目标值（待实测），不是已实现能力的声明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40135" y="6382512"/>
            <a:ext cx="457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9AA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810512"/>
            <a:ext cx="9692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四个模块的关系，是「一段流水线 + 一个身份 + 少数契约」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127248"/>
            <a:ext cx="2743200" cy="27432"/>
          </a:xfrm>
          <a:prstGeom prst="rect">
            <a:avLst/>
          </a:prstGeom>
          <a:solidFill>
            <a:srgbClr val="354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93008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M1 管看得见，M2 管出得去进得来，M3 管该不该 / 准不准 / 要不要保护，M4 管谁来加功能。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C7D4E6"/>
                </a:solidFill>
                <a:latin typeface="Microsoft YaHei"/>
                <a:ea typeface="Microsoft YaHei"/>
                <a:cs typeface="Microsoft YaHei"/>
              </a:rPr>
              <a:t>四者共用一个身份（FileRef / FileIdentity）、一条受控流水线、一小组契约与批准过的公开 API。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其余一切耦合都是设计失误 —— 包括「就这一次，先直接调一下」。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394960"/>
            <a:ext cx="4754880" cy="548640"/>
          </a:xfrm>
          <a:prstGeom prst="roundRect">
            <a:avLst>
              <a:gd name="adj" fmla="val 6000"/>
            </a:avLst>
          </a:prstGeom>
          <a:solidFill>
            <a:srgbClr val="1E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5394960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B6D4"/>
                </a:solidFill>
                <a:latin typeface="Microsoft YaHei"/>
                <a:ea typeface="Microsoft YaHei"/>
                <a:cs typeface="Microsoft YaHei"/>
              </a:rPr>
              <a:t>下一步：落 M3-p1 的契约头 + 网关骨架 + 边界检查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