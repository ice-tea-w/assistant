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48840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ASSISTANT · 阶段汇报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060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文件检索模块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70332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B9C6D8"/>
                </a:solidFill>
                <a:latin typeface="Microsoft YaHei"/>
                <a:ea typeface="Microsoft YaHei"/>
                <a:cs typeface="Microsoft YaHei"/>
              </a:rPr>
              <a:t>已经做了什么 · 发现了什么问题 · 接下来做什么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434840"/>
            <a:ext cx="2743200" cy="27432"/>
          </a:xfrm>
          <a:prstGeom prst="rect">
            <a:avLst/>
          </a:prstGeom>
          <a:solidFill>
            <a:srgbClr val="35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70916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2026-09-24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965960"/>
            <a:ext cx="3063240" cy="2926080"/>
          </a:xfrm>
          <a:prstGeom prst="roundRect">
            <a:avLst>
              <a:gd name="adj" fmla="val 5000"/>
            </a:avLst>
          </a:prstGeom>
          <a:solidFill>
            <a:srgbClr val="1E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286000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本次汇报三点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697480"/>
            <a:ext cx="23774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搜索已经可用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A1 止血已落地并通过验收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发现一个更严重的问题并排入计划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后续分两步、共七个阶段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一页看懂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378098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3378098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8408" y="1938528"/>
            <a:ext cx="1051560" cy="329184"/>
          </a:xfrm>
          <a:prstGeom prst="roundRect">
            <a:avLst>
              <a:gd name="adj" fmla="val 40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938528"/>
            <a:ext cx="1051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68880"/>
            <a:ext cx="27928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搜索链路已经跑通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063240"/>
            <a:ext cx="279288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文件 / 应用 / 命令统一搜索，输入即出结果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A1 止血落地：4 个问题修复，验收全部通过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2498" y="1645920"/>
            <a:ext cx="3378098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2498" y="1645920"/>
            <a:ext cx="3378098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5106" y="1938528"/>
            <a:ext cx="1051560" cy="329184"/>
          </a:xfrm>
          <a:prstGeom prst="roundRect">
            <a:avLst>
              <a:gd name="adj" fmla="val 40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5106" y="1938528"/>
            <a:ext cx="1051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关键发现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5106" y="2468880"/>
            <a:ext cx="27928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索引其实「名不副实」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5106" y="3063240"/>
            <a:ext cx="279288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桌面 3.5 万个文件就吃满了索引额度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文档、下载等目录一个文件都没进来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99196" y="1645920"/>
            <a:ext cx="3378098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99196" y="1645920"/>
            <a:ext cx="3378098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91804" y="1938528"/>
            <a:ext cx="1051560" cy="329184"/>
          </a:xfrm>
          <a:prstGeom prst="roundRect">
            <a:avLst>
              <a:gd name="adj" fmla="val 4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1804" y="1938528"/>
            <a:ext cx="1051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接下来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804" y="2468880"/>
            <a:ext cx="27928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两步走、七个阶段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804" y="3063240"/>
            <a:ext cx="279288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先做搜索基建，把它从「能用」做成「可靠」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再做文件治理：可控范围 + 不丢文件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00600"/>
            <a:ext cx="10820095" cy="96012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800600"/>
            <a:ext cx="10088575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一句话结论：</a:t>
            </a:r>
            <a:r>
              <a:rPr sz="13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搜索的主干功能已经完成并可演示；真正拖后腿的不是性能，而是「索引覆盖不全」这类正确性问题 —— 所以下一步先修地基，再往上加治理能力。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已完成 · 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现在能做什么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300319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92224"/>
            <a:ext cx="50292" cy="1673351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847088"/>
            <a:ext cx="475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输入即搜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59152"/>
            <a:ext cx="473339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全局热键唤起，输入文件名即可搜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模糊匹配 + 五级打分，拼错也能命中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5575" y="1645920"/>
            <a:ext cx="5300319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5575" y="1792224"/>
            <a:ext cx="50292" cy="1673351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8183" y="1847088"/>
            <a:ext cx="475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多源统一排序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8183" y="2359152"/>
            <a:ext cx="473339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内置命令、已安装应用、文件放在一起排序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输入算式直接出结果，回车复制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94760"/>
            <a:ext cx="5300319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941064"/>
            <a:ext cx="50292" cy="1673351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995928"/>
            <a:ext cx="475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覆盖常用目录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507992"/>
            <a:ext cx="473339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桌面、文档、下载、图片、音乐、视频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启动时建立索引，随打随搜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5575" y="3794760"/>
            <a:ext cx="5300319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5575" y="3941064"/>
            <a:ext cx="50292" cy="1673351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8183" y="3995928"/>
            <a:ext cx="475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主面板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8183" y="4507992"/>
            <a:ext cx="473339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待办、笔记、剪贴板、设置四个页面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上一阶段交付，与搜索浮窗并存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已完成部分对应用户可直接体验的功能；技术上对应上一阶段的搜索链路与主面板。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已完成 · 本次交付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A1 止血：修掉 4 个每天都在发生的问题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9344"/>
            <a:ext cx="1234440" cy="347472"/>
          </a:xfrm>
          <a:prstGeom prst="roundRect">
            <a:avLst>
              <a:gd name="adj" fmla="val 40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9344"/>
            <a:ext cx="1234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已通过验收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609344"/>
            <a:ext cx="8686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已提交为独立补丁，可单独回滚，不影响其它功能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2148840"/>
          <a:ext cx="10820095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4023360"/>
                <a:gridCol w="2590495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问题（用户能感知到的）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怎么修的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效果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某些目录会让索引重复甚至无限递归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不再跟随这类特殊目录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重复条目 126 → 0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逐个文件做路径判断，拖慢启动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命中就直接跳过整个目录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剪掉 160 个目录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每打一个字就写一次数据库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改成「真正打开结果」时才记录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历史表不再被垃圾刷屏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每打一个字就全量搜索一次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 40ms 防抖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连打 8 个字符只搜 1 次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三条验收均有实测数据：重复条目归零、防抖次数、打字期间数据库零写入。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关键发现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索引其实「名不副实」：用户搜不到自己的文档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37809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27380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35607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23744"/>
            <a:ext cx="27380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桌面上的文件数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2498" y="1645920"/>
            <a:ext cx="337809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2538" y="1828800"/>
            <a:ext cx="27380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20000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2538" y="2523744"/>
            <a:ext cx="27380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索引上限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9196" y="1645920"/>
            <a:ext cx="337809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9236" y="1828800"/>
            <a:ext cx="27380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9236" y="2523744"/>
            <a:ext cx="27380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文档目录进入索引的文件数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37560"/>
            <a:ext cx="10820095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337560"/>
            <a:ext cx="50292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547872"/>
            <a:ext cx="100885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问题现象：</a:t>
            </a: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日志显示「索引 20000 个文件」一切正常，但用户搜索「文档 / 下载 / 图片」里的文件，永远搜不到。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原因：</a:t>
            </a: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索引有 2 万条上限，而桌面排在最前面、单个目录就超过 2 万，遍历到它就把额度用光了，后面的目录根本没开始。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937760"/>
            <a:ext cx="10820095" cy="960120"/>
          </a:xfrm>
          <a:prstGeom prst="roundRect">
            <a:avLst>
              <a:gd name="adj" fmla="val 5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937760"/>
            <a:ext cx="10088575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已列入计划：</a:t>
            </a: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这类「看起来正常、实际没生效」的问题优先级高于性能优化，在后续的索引重建阶段一并解决 —— 宁可少收文件，也不能让搜索漏掉用户真的有的文件。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后续计划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两步走：先把搜索做稳，再让文件可控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272887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92224"/>
            <a:ext cx="50292" cy="327355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847088"/>
            <a:ext cx="47242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第一步：搜索基建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59152"/>
            <a:ext cx="4705959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目标：把搜索从「能用」做成「可靠基础设施」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建立持久化索引，启动即用、不再每次重扫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后台扫描 + 增量更新，新建或改名立刻可见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独立查询引擎，并先量性能基准再谈优化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统一结果归并，为后续插件化留出接口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45920"/>
            <a:ext cx="5272887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92224"/>
            <a:ext cx="50292" cy="3273552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5615" y="1847088"/>
            <a:ext cx="47242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第二步：文件治理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5615" y="2359152"/>
            <a:ext cx="4705959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目标：让搜索「范围可控」、让文件「不丢」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种类过滤：只要文档 / 只要图片，一键切换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工程排除：自动跳过 node_modules 之类目录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下载中转：下载完成自动进「收件箱」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去向追踪：文件被移走改名，也能指出它现在在哪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440680"/>
            <a:ext cx="10820095" cy="713232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440680"/>
            <a:ext cx="1008857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为什么是这个顺序：</a:t>
            </a: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治理能力全部建立在「索引 + 查询」之上；地基不稳就加功能，后面要返工两次。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后续计划 · 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五个阶段，一页看完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1988454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1988454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24028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14398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搜索基建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64991"/>
            <a:ext cx="143981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索引 · 查询
实时更新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26280"/>
            <a:ext cx="143981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v0.4.0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8826" y="3429000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93710" y="1965960"/>
            <a:ext cx="1988454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93710" y="1965960"/>
            <a:ext cx="1988454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68030" y="224028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68030" y="2240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8030" y="2880360"/>
            <a:ext cx="14398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过滤与排除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68030" y="3364991"/>
            <a:ext cx="143981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种类过滤
工程排除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8030" y="4526280"/>
            <a:ext cx="143981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v0.4.x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6736" y="3429000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01620" y="1965960"/>
            <a:ext cx="1988454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01620" y="1965960"/>
            <a:ext cx="1988454" cy="54864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75940" y="224028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75940" y="2240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5940" y="2880360"/>
            <a:ext cx="14398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下载中转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5940" y="3364991"/>
            <a:ext cx="143981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下载收件箱
一键归档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75940" y="4526280"/>
            <a:ext cx="143981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v0.4.x
–v0.5.x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94646" y="3429000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09530" y="1965960"/>
            <a:ext cx="1988454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09530" y="1965960"/>
            <a:ext cx="1988454" cy="54864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583850" y="224028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3850" y="2240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3850" y="2880360"/>
            <a:ext cx="14398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去向追踪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3850" y="3364991"/>
            <a:ext cx="143981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移走改名
也能找到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3850" y="4526280"/>
            <a:ext cx="143981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v0.5.x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2556" y="3429000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17440" y="1965960"/>
            <a:ext cx="1988454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17440" y="1965960"/>
            <a:ext cx="1988454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791760" y="224028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91760" y="2240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91760" y="2880360"/>
            <a:ext cx="14398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自动治理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91760" y="3364991"/>
            <a:ext cx="143981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归档建议
查重 · 多来源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91760" y="4526280"/>
            <a:ext cx="143981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v0.5.x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A 阶段完成即是一个可用的完整产品；B–E 才是「文件治理」，逐层加复杂度。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第一步拆解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搜索基建：7 个步骤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45920"/>
          <a:ext cx="10820095" cy="3712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5623560"/>
                <a:gridCol w="3870655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做什么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做完的标志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 ✅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止血：修掉索引重复、写库时机、输入防抖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已完成并通过验收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A2–A3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搭架构骨架 + 重建索引
（持久化、后台扫描、差量更新）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启动即用；顺带解决
「只覆盖桌面」的问题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A4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独立查询引擎 + 性能基准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先量出基准数据，
再决定要不要优化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A5–A6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实时更新 + 冷启动优化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新建 / 改名立刻可搜；
启动不再卡顿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A7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收尾：结果归并、快捷键、删除旧实现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旧代码删净后仍能编译运行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第二步拆解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文件治理：4 个阶段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45920"/>
          <a:ext cx="10820095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4206240"/>
                <a:gridCol w="4602175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要解决的问题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用户会看到什么</a:t>
                      </a:r>
                    </a:p>
                  </a:txBody>
                  <a:tcPr marL="109728" marR="82296" marT="27432" marB="27432" anchor="ctr">
                    <a:solidFill>
                      <a:srgbClr val="142238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 过滤与排除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搜索结果太杂，工程目录刷屏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「只要文档 / 只要图片」一键筛选；
node_modules 不再出现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 下载中转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下载完的文件散落各处、找不到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下载完成自动进「收件箱」，
一键归档或撤销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 去向追踪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文件被移走、改名后就失去线索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直接告诉你它现在在哪个文件夹</a:t>
                      </a:r>
                    </a:p>
                  </a:txBody>
                  <a:tcPr marL="109728" marR="82296" marT="27432" marB="27432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  自动治理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重复文件、来源分散、没人整理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归档建议（可选自动）、
重复文件查重、接入聊天软件来源</a:t>
                      </a:r>
                    </a:p>
                  </a:txBody>
                  <a:tcPr marL="109728" marR="82296" marT="27432" marB="27432" anchor="ctr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原则：默认只给建议、不自动移动文件；所有移动都可撤销。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版本节奏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10820095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50292" cy="8412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1371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v0.3.0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79222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上一阶段收尾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14884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主面板 · 设置 · 热键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645920"/>
            <a:ext cx="31089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待真机走查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60320"/>
            <a:ext cx="10820095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560320"/>
            <a:ext cx="50292" cy="8412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560320"/>
            <a:ext cx="1371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v0.4.0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70662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第一步：搜索基建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063239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A1–A7 七个步骤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560320"/>
            <a:ext cx="31089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A1 已完成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74720"/>
            <a:ext cx="10820095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474720"/>
            <a:ext cx="50292" cy="8412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474720"/>
            <a:ext cx="1371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v0.4.x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62102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第二步：过滤与排除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977639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种类过滤 · 工程排除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474720"/>
            <a:ext cx="31089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计划中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389120"/>
            <a:ext cx="10820095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389120"/>
            <a:ext cx="50292" cy="841248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389120"/>
            <a:ext cx="1371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v0.5.x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453542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下载中转 · 去向追踪 · 自动治理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89204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C · D · E 三个阶段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389120"/>
            <a:ext cx="31089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计划中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303520"/>
            <a:ext cx="10820095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303520"/>
            <a:ext cx="50292" cy="841248"/>
          </a:xfrm>
          <a:prstGeom prst="rect">
            <a:avLst/>
          </a:prstGeom>
          <a:solidFill>
            <a:srgbClr val="5E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303520"/>
            <a:ext cx="1371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v0.6.0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544982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插件系统 + 发布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580644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开放搜索接口给插件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5303520"/>
            <a:ext cx="31089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计划中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10820095" cy="914400"/>
          </a:xfrm>
          <a:prstGeom prst="roundRect">
            <a:avLst>
              <a:gd name="adj" fmla="val 5000"/>
            </a:avLst>
          </a:prstGeom>
          <a:solidFill>
            <a:srgbClr val="1E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0292" cy="9144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2066543"/>
            <a:ext cx="822960" cy="347472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66543"/>
            <a:ext cx="822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929384"/>
            <a:ext cx="9144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合并 A1 补丁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350008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编码与验收已完成，等评审合并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43784"/>
            <a:ext cx="10820095" cy="914400"/>
          </a:xfrm>
          <a:prstGeom prst="roundRect">
            <a:avLst>
              <a:gd name="adj" fmla="val 5000"/>
            </a:avLst>
          </a:prstGeom>
          <a:solidFill>
            <a:srgbClr val="1E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843784"/>
            <a:ext cx="50292" cy="9144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3127248"/>
            <a:ext cx="822960" cy="347472"/>
          </a:xfrm>
          <a:prstGeom prst="roundRect">
            <a:avLst>
              <a:gd name="adj" fmla="val 4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127248"/>
            <a:ext cx="822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990088"/>
            <a:ext cx="9144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上一阶段真机走查 → 打版本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410712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确认四页交互没问题后打 v0.3.0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04487"/>
            <a:ext cx="10820095" cy="1078992"/>
          </a:xfrm>
          <a:prstGeom prst="roundRect">
            <a:avLst>
              <a:gd name="adj" fmla="val 5000"/>
            </a:avLst>
          </a:prstGeom>
          <a:solidFill>
            <a:srgbClr val="1E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904487"/>
            <a:ext cx="50292" cy="1078992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40" y="4270248"/>
            <a:ext cx="822960" cy="347472"/>
          </a:xfrm>
          <a:prstGeom prst="roundRect">
            <a:avLst>
              <a:gd name="adj" fmla="val 4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270248"/>
            <a:ext cx="822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然后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4050791"/>
            <a:ext cx="9144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进入第一步 A2–A3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471416"/>
            <a:ext cx="9144000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搭架构骨架并重建索引，
顺便解决「只覆盖桌面」这个关键问题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129783"/>
            <a:ext cx="10820095" cy="914400"/>
          </a:xfrm>
          <a:prstGeom prst="roundRect">
            <a:avLst>
              <a:gd name="adj" fmla="val 5000"/>
            </a:avLst>
          </a:prstGeom>
          <a:solidFill>
            <a:srgbClr val="1E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5129783"/>
            <a:ext cx="50292" cy="9144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5840" y="5413247"/>
            <a:ext cx="822960" cy="347472"/>
          </a:xfrm>
          <a:prstGeom prst="roundRect">
            <a:avLst>
              <a:gd name="adj" fmla="val 4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413247"/>
            <a:ext cx="822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之后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276088"/>
            <a:ext cx="9144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按路线图推进 B–E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696712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搜索可控 → 下载中转 → 去向追踪 → 自动治理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