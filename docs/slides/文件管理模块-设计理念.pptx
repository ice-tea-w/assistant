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6583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ASSISTANT · 设计篇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231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文件管理模块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493008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从「输入文件名就能打开」，到一个分五阶段落地的文件子系统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224528"/>
            <a:ext cx="2743200" cy="27432"/>
          </a:xfrm>
          <a:prstGeom prst="rect">
            <a:avLst/>
          </a:prstGeom>
          <a:solidFill>
            <a:srgbClr val="35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498848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设计理念  ·  设计想法  ·  模块特点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454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四部分</a:t>
            </a:r>
            <a:endParaRPr sz="260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2503855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2503855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19552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1955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起点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66160"/>
            <a:ext cx="195521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文件搜索最初是怎么做的，
当时定下了哪些取舍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011680"/>
            <a:ext cx="2503855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90823" y="2011680"/>
            <a:ext cx="250385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5143" y="2331720"/>
            <a:ext cx="19552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5143" y="3063240"/>
            <a:ext cx="1955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想法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5143" y="3566160"/>
            <a:ext cx="195521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为什么它从一个搜索框，
长成一个文件子系统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7" y="2011680"/>
            <a:ext cx="2503855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5847" y="2011680"/>
            <a:ext cx="2503855" cy="54864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0167" y="2331720"/>
            <a:ext cx="19552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063240"/>
            <a:ext cx="1955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理念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3566160"/>
            <a:ext cx="195521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三条核心设计取向：
分层、分阶段、正确性优先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00871" y="2011680"/>
            <a:ext cx="2503855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00871" y="2011680"/>
            <a:ext cx="2503855" cy="54864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75191" y="2331720"/>
            <a:ext cx="19552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6B4E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5191" y="3063240"/>
            <a:ext cx="1955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特点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5191" y="3566160"/>
            <a:ext cx="195521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与同类产品不同的地方，
以及能力蓝图与落地节奏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起点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项目初期的三步：文件搜索是「助手能用」的最后一块拼图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423818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3423818" cy="54864"/>
          </a:xfrm>
          <a:prstGeom prst="rect">
            <a:avLst/>
          </a:prstGeom>
          <a:solidFill>
            <a:srgbClr val="5E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78408" y="2103120"/>
            <a:ext cx="1234440" cy="365760"/>
          </a:xfrm>
          <a:prstGeom prst="roundRect">
            <a:avLst>
              <a:gd name="adj" fmla="val 4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10312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Phase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633472"/>
            <a:ext cx="283860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环境搭建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108960"/>
            <a:ext cx="283860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Hello 窗口跑起来
工具链打通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133088"/>
            <a:ext cx="283860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190" y="3017520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3938" y="1828800"/>
            <a:ext cx="3423818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3938" y="1828800"/>
            <a:ext cx="3423818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676546" y="2103120"/>
            <a:ext cx="1234440" cy="365760"/>
          </a:xfrm>
          <a:prstGeom prst="roundRect">
            <a:avLst>
              <a:gd name="adj" fmla="val 4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76546" y="210312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Phase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6546" y="2633472"/>
            <a:ext cx="283860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MVP 原型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6546" y="3108960"/>
            <a:ext cx="283860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托盘 + 全局热键 + 搜索浮窗
先让「一键呼出」成立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6546" y="4133088"/>
            <a:ext cx="283860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第 2–4 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2328" y="3017520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2076" y="1828800"/>
            <a:ext cx="3423818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82076" y="1828800"/>
            <a:ext cx="3423818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74684" y="2103120"/>
            <a:ext cx="1234440" cy="365760"/>
          </a:xfrm>
          <a:prstGeom prst="roundRect">
            <a:avLst>
              <a:gd name="adj" fmla="val 40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74684" y="210312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Phase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4684" y="2633472"/>
            <a:ext cx="283860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助手能用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4684" y="3108960"/>
            <a:ext cx="283860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日志 / 历史库 / 模糊匹配 /
计算器 / 应用启动器 / 文件搜索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4684" y="4133088"/>
            <a:ext cx="283860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第 5–8 周
→ v0.2.0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029200"/>
            <a:ext cx="10820095" cy="9144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1008857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第一版文件搜索的目标非常朴素：</a:t>
            </a: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输入文件名（比如 report.docx、照片）→ 模糊匹配用户目录 → 回车用默认程序打开。当时没人打算做「文件管理」，只是想让搜索框里多一路结果。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设计想法 · 第一版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454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最初</a:t>
            </a:r>
            <a:r>
              <a:rPr sz="2600" b="1" i="0" dirty="0" err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的四个决定，和两条主动写下的取舍</a:t>
            </a:r>
            <a:endParaRPr sz="260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63093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92224"/>
            <a:ext cx="50292" cy="185623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865376"/>
            <a:ext cx="5760720" cy="253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dirty="0" err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四个设计决定</a:t>
            </a:r>
            <a:endParaRPr sz="145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8408" y="2395728"/>
            <a:ext cx="574243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①  内存索引：启动时建一次，之后每次按键只扫内存，不再递归磁盘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②  只收六个常用目录：桌面 / 文档 / 下载 / 图片 / 音乐 / 视频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③  跳过巨目录：node_modules、__pycache__ 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④  上限 2 万条；文件不进默认列表（否则空查询会拖死界面）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645920"/>
            <a:ext cx="4279392" cy="2148840"/>
          </a:xfrm>
          <a:prstGeom prst="roundRect">
            <a:avLst>
              <a:gd name="adj" fmla="val 5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23760" y="1645920"/>
            <a:ext cx="50292" cy="2148840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1847088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当时就写下的两条取舍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304288"/>
            <a:ext cx="374903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① 启动延迟：</a:t>
            </a:r>
            <a:r>
              <a:rPr sz="1100" b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建索引在窗口显示前同步执行，目录很大时会慢。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② 遍历浪费：</a:t>
            </a:r>
            <a:r>
              <a:rPr sz="1100" b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QDirIterator 无法跳过子树 ——「若未来遇到大目录，可改为手写递归精确剪枝」。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69080"/>
            <a:ext cx="10820095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4069080"/>
            <a:ext cx="50292" cy="1874519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60"/>
            <a:ext cx="101800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为什么这些取舍值得单独记一笔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81728"/>
            <a:ext cx="1018001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因为没有一条是「以后再说」——</a:t>
            </a:r>
            <a:r>
              <a:rPr sz="12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每条都写清了「为什么这么选」和「什么情况下会失效」</a:t>
            </a:r>
            <a:r>
              <a:rPr sz="1250" b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。三个月后再回头看，这两条取舍直接变成了施工图。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设计想法 · 应验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当初写下的两条取舍，后来都真的发生了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10820095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6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当初写下的取舍</a:t>
                      </a:r>
                    </a:p>
                  </a:txBody>
                  <a:tcPr marL="128016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后来实测到的情况</a:t>
                      </a:r>
                    </a:p>
                  </a:txBody>
                  <a:tcPr marL="128016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怎么处理的</a:t>
                      </a:r>
                    </a:p>
                  </a:txBody>
                  <a:tcPr marL="128016" marT="36576" marB="36576" anchor="ctr">
                    <a:solidFill>
                      <a:srgbClr val="14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5E6A7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「建索引在窗口显示前同步执行，
目录很大时会慢」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本机实测 0.7–2.4 秒，窗口要等索引建完
才出现；桌面一个目录就有 3.5 万个文件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列入后续阶段：
后台扫描 + 冷启动先可用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5E6A7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「QDirIterator 无法跳过子树，
未来可改为手写递归精确剪枝」</a:t>
                      </a:r>
                    </a:p>
                  </a:txBody>
                  <a:tcPr marL="128016" marT="36576" marB="36576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一个特殊目录（指向父目录的链接）造成
126 条重复索引，路径叠了 63 层</a:t>
                      </a:r>
                    </a:p>
                  </a:txBody>
                  <a:tcPr marL="128016" marT="36576" marB="36576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 已按当初设想的方向
改成手写递归 + 剪枝</a:t>
                      </a:r>
                    </a:p>
                  </a:txBody>
                  <a:tcPr marL="128016" marT="36576" marB="36576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114800"/>
            <a:ext cx="10820095" cy="1828800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4370832"/>
            <a:ext cx="100885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好的取舍记录，就是后来的施工图。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919472"/>
            <a:ext cx="1008857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写下取舍的人，和三个月后来修它的人，往往是同一个 —— 但那时已经记不清当初为什么了。文档里那句「若未来遇到大目录，可改为手写递归」，让 A1 不用重新做一次决策，只需要执行它。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设计想法 · 升级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想清楚一件事：文件搜索 ≠ 文件管理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663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92224"/>
            <a:ext cx="50292" cy="1993392"/>
          </a:xfrm>
          <a:prstGeom prst="rect">
            <a:avLst/>
          </a:prstGeom>
          <a:solidFill>
            <a:srgbClr val="5E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865376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过去的边界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95728"/>
            <a:ext cx="459943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一句话：在搜索框里多加一路结果。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文件只是 SearchResult 里的一种 type。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能搜到就够 —— 搜不到，用户自己也没办法。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6168" y="2606040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1645920"/>
            <a:ext cx="51663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36792" y="1792224"/>
            <a:ext cx="50292" cy="19933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1865376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现在的边界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395728"/>
            <a:ext cx="459943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一句话：一个独立的文件子系统。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搜索框只是它对外的一个出口，不是全部。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要同时保证两件相反的事：找得到 + 不漏掉。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06240"/>
            <a:ext cx="10820095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4206240"/>
            <a:ext cx="50292" cy="1874519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389120"/>
            <a:ext cx="101800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由此得到最核心的一条设计理念：把「面」分开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1" y="4800600"/>
            <a:ext cx="4892040" cy="105156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07592" y="4919472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检索面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5285232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让用户「找到想要的」　·　</a:t>
            </a:r>
            <a:r>
              <a:rPr sz="1050" b="1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查询 · 打分 · 排序 · 融合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4800600"/>
            <a:ext cx="4892040" cy="105156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1" y="4919472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采集面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5285232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保证「不漏掉文件」　·　</a:t>
            </a:r>
            <a:r>
              <a:rPr sz="1050" b="1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扫描 · 归类 · 排除 · 追踪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设计理念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两种「过滤」必须分清 —— 这是整个设计的枢纽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2120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521208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90195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采集过滤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901952"/>
            <a:ext cx="960120" cy="365760"/>
          </a:xfrm>
          <a:prstGeom prst="roundRect">
            <a:avLst>
              <a:gd name="adj" fmla="val 40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901952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慢 · 要扫盘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9572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决定「什么进数据库」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 dirty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 dirty="0" err="1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根目录、目录级排除、工程目录识别</a:t>
            </a:r>
            <a:endParaRPr sz="1150" b="0" i="0" dirty="0">
              <a:solidFill>
                <a:srgbClr val="5E6A7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 dirty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 dirty="0" err="1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改动代价：要重新扫盘，慢</a:t>
            </a:r>
            <a:endParaRPr sz="1150" b="0" i="0" dirty="0">
              <a:solidFill>
                <a:srgbClr val="5E6A7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 dirty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 dirty="0" err="1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所以必须在界面上明确提示「正在重建索引</a:t>
            </a:r>
            <a:r>
              <a:rPr sz="1150" b="0" i="0" dirty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645920"/>
            <a:ext cx="521208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91072" y="1645920"/>
            <a:ext cx="5212080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190195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检索过滤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68712" y="1901952"/>
            <a:ext cx="960120" cy="365760"/>
          </a:xfrm>
          <a:prstGeom prst="roundRect">
            <a:avLst>
              <a:gd name="adj" fmla="val 40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68712" y="1901952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快 · 不扫盘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39572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决定「内存快照装什么」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83464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种类白名单：只要文档 / 只要图片 / 全都要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改动代价：从数据库重建快照，数十毫秒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所以可以做成界面上一个随时可点的开关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26280"/>
            <a:ext cx="10820095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526280"/>
            <a:ext cx="50292" cy="1481328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709160"/>
            <a:ext cx="1018001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分界线是 </a:t>
            </a:r>
            <a:r>
              <a:rPr sz="1250" b="1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files 表</a:t>
            </a:r>
            <a:r>
              <a:rPr sz="1250" b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：能进表的数据，都是「磁盘上真实存在」的全量结果（只受排除规则约束）；用户看到的列表，才是按白名单筛过的。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一条重要例外：</a:t>
            </a:r>
            <a:r>
              <a:rPr sz="1250" b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下载收件箱不服从白名单。否则用户把白名单设成「只要 PDF」，刚下载的安装包就会从收件箱里消失 —— 那是数据丢失级的事故，不是筛选问题。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设计理念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架构一次设计完整，功能分阶段落地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2120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92224"/>
            <a:ext cx="50292" cy="208483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865376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接口先定死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95728"/>
            <a:ext cx="46451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门面：只做「持依赖 / 转发 / 持快照 / 暴露状态」四件事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快照：查询层只能通过只读原语访问数据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Provider：A7 之后插件也挂在同一个接口上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645920"/>
            <a:ext cx="52120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91072" y="1792224"/>
            <a:ext cx="50292" cy="208483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865376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能力慢慢加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95728"/>
            <a:ext cx="46451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后面的位图预筛、缓存、SoA 存储都是可选优化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加它们不改调用方 —— 因为表示藏在接口之后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所以第一阶段可以只用最朴素、最不容易错的实现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97680"/>
            <a:ext cx="10820095" cy="1709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4297680"/>
            <a:ext cx="50292" cy="1709928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480560"/>
            <a:ext cx="101800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配套的三条工程习惯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01184"/>
            <a:ext cx="1018001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① 每步都能独立编译、独立提交、独立验收；② 旧实现始终留一条可用退路（一个开关就能回退）；③ 先量基准再谈优化 —— 不做没有实测支撑的性能改造。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设计理念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正确性优先于资源：宁可不给答案，也不给错答案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0820095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50292" cy="11704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索引满了也不驱逐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49424"/>
            <a:ext cx="10042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早期想过「按使用频率淘汰」，已明确废弃 —— 被淘汰后用户搜不到自己存在的文件，
行为上等于「文件凭空消失」。改为：软预算告警、硬上限停止并提示。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26080"/>
            <a:ext cx="10820095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926080"/>
            <a:ext cx="50292" cy="1170432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108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去向不明就说不知道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29584"/>
            <a:ext cx="10042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文件被移走后，索引只知道「它走了」，不知道「它去哪了」。
多候选一律标记为未知，绝不猜一个看起来像的位置。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06240"/>
            <a:ext cx="10820095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4206240"/>
            <a:ext cx="50292" cy="117043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389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默认只建议，不自动动手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809744"/>
            <a:ext cx="10042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不自动删除任何文件；不自动移动（默认只给归档建议）；
所有移动都留日志、可撤销、同名冲突零覆盖。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504688"/>
            <a:ext cx="10820095" cy="64008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5504688"/>
            <a:ext cx="1008857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为什么把它当第一原则：</a:t>
            </a: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文件是用户的真实资产。搜索工具出错，用户只会觉得「不好用」；文件工具出错，用户会丢东西。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模块特点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和同类工具不一样在哪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300319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92224"/>
            <a:ext cx="50292" cy="1673351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865376"/>
            <a:ext cx="4751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纯本地 · 无外部依赖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95728"/>
            <a:ext cx="4733391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不引入全文检索引擎，不依赖云服务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只用 Qt + SQLite + Win32，产物是一个可执行文件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575" y="1645920"/>
            <a:ext cx="5300319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05575" y="1792224"/>
            <a:ext cx="50292" cy="1673351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8183" y="1865376"/>
            <a:ext cx="4751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查询不碰数据库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8183" y="2395728"/>
            <a:ext cx="4733391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数据以不可变内存快照发布，读的一侧完全免锁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数据库只负责「冷启动加速」和「使用频率存储」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94760"/>
            <a:ext cx="5300319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941064"/>
            <a:ext cx="50292" cy="1673351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4014216"/>
            <a:ext cx="4751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键盘优先 · 中文友好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544568"/>
            <a:ext cx="4733391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 dirty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输入即搜，40ms </a:t>
            </a:r>
            <a:r>
              <a:rPr sz="1150" b="0" i="0" dirty="0" err="1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防抖；输入法预编辑阶段不触发检索</a:t>
            </a:r>
            <a:endParaRPr sz="1150" b="0" i="0" dirty="0">
              <a:solidFill>
                <a:srgbClr val="5E6A7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 dirty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50" b="0" i="0" dirty="0" err="1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后续可开启拼音首字母（默认关闭</a:t>
            </a:r>
            <a:r>
              <a:rPr sz="1150" b="0" i="0" dirty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5575" y="3794760"/>
            <a:ext cx="5300319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05575" y="3941064"/>
            <a:ext cx="50292" cy="1673351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8183" y="4014216"/>
            <a:ext cx="47516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每一步都可退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8183" y="4544568"/>
            <a:ext cx="4733391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新旧实现共存，一个配置项即可回退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A1 是一个独立补丁，可单独回滚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能力蓝图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用户视角的四层能力：找得到 → 可控 → 不丢 → 会打理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82009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50292" cy="8412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2011680"/>
            <a:ext cx="1143000" cy="384048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1143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找得到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783080"/>
            <a:ext cx="7315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文件名模糊匹配（已有）→ 路径参与、子序列、分词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1783080"/>
            <a:ext cx="14630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v0.4.0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24912"/>
            <a:ext cx="1082009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724912"/>
            <a:ext cx="50292" cy="8412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5840" y="2953512"/>
            <a:ext cx="1143000" cy="384048"/>
          </a:xfrm>
          <a:prstGeom prst="roundRect">
            <a:avLst>
              <a:gd name="adj" fmla="val 4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953512"/>
            <a:ext cx="1143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724912"/>
            <a:ext cx="7315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种类过滤、工程目录排除、查询语法（只要文档 / ext:pdf）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2724912"/>
            <a:ext cx="14630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v0.4.x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66744"/>
            <a:ext cx="1082009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666744"/>
            <a:ext cx="50292" cy="841248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5840" y="3895344"/>
            <a:ext cx="1143000" cy="384048"/>
          </a:xfrm>
          <a:prstGeom prst="roundRect">
            <a:avLst>
              <a:gd name="adj" fmla="val 4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895344"/>
            <a:ext cx="1143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666744"/>
            <a:ext cx="7315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下载收件箱：下载完成自动收纳；文件移走改名也能找回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3666744"/>
            <a:ext cx="14630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v0.4.x–v0.5.x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608576"/>
            <a:ext cx="1082009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4608576"/>
            <a:ext cx="50292" cy="841248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05840" y="4837176"/>
            <a:ext cx="1143000" cy="384048"/>
          </a:xfrm>
          <a:prstGeom prst="roundRect">
            <a:avLst>
              <a:gd name="adj" fmla="val 40000"/>
            </a:avLst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4837176"/>
            <a:ext cx="1143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会打理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608576"/>
            <a:ext cx="7315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归档建议（可选自动）、重复文件查重、接入聊天软件来源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4608576"/>
            <a:ext cx="14630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B4EA8"/>
                </a:solidFill>
                <a:latin typeface="Microsoft YaHei"/>
                <a:ea typeface="Microsoft YaHei"/>
                <a:cs typeface="Microsoft YaHei"/>
              </a:rPr>
              <a:t>v0.5.x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559552"/>
            <a:ext cx="10820095" cy="603504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1560" y="5559552"/>
            <a:ext cx="10088575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四层之间的关系：</a:t>
            </a: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「找得到」是地基，「可控」让结果不吵，「不丢」和「会打理」才是文件管理真正的价值。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落地节奏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五个阶段：搜索基建 → 过滤排除 → 下载中转 → 去向追踪 → 自动治理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988454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1988454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60120" y="2176272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176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98064"/>
            <a:ext cx="143981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搜索基建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73552"/>
            <a:ext cx="143981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dirty="0" err="1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索引</a:t>
            </a:r>
            <a:r>
              <a:rPr sz="1150" b="0" i="0" dirty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150" b="0" i="0" dirty="0" err="1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查询</a:t>
            </a:r>
            <a:r>
              <a:rPr sz="1150" b="0" i="0" dirty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
</a:t>
            </a:r>
            <a:r>
              <a:rPr sz="1150" b="0" i="0" dirty="0" err="1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实时更新</a:t>
            </a:r>
            <a:endParaRPr sz="1150" b="0" i="0" dirty="0">
              <a:solidFill>
                <a:srgbClr val="5E6A7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" y="4297680"/>
            <a:ext cx="143981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v0.4.0
A1 </a:t>
            </a:r>
            <a:r>
              <a:rPr sz="1050" b="1" i="0" dirty="0" err="1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已完成</a:t>
            </a:r>
            <a:endParaRPr sz="1050" b="1" i="0" dirty="0">
              <a:solidFill>
                <a:srgbClr val="4A90D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78826" y="3337560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3710" y="1920240"/>
            <a:ext cx="1988454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93710" y="1920240"/>
            <a:ext cx="1988454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68030" y="2176272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68030" y="2176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8030" y="2798064"/>
            <a:ext cx="143981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过滤与排除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68030" y="3273552"/>
            <a:ext cx="143981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种类过滤
工程排除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8030" y="4297680"/>
            <a:ext cx="143981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v0.4.x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6736" y="3337560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01620" y="1920240"/>
            <a:ext cx="1988454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01620" y="1920240"/>
            <a:ext cx="1988454" cy="54864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375940" y="2176272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75940" y="2176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5940" y="2798064"/>
            <a:ext cx="143981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下载中转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5940" y="3273552"/>
            <a:ext cx="143981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下载收件箱
一键归档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5940" y="4297680"/>
            <a:ext cx="143981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v0.4.x
–v0.5.x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4646" y="3337560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09530" y="1920240"/>
            <a:ext cx="1988454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09530" y="1920240"/>
            <a:ext cx="1988454" cy="54864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583850" y="2176272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3850" y="2176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3850" y="2798064"/>
            <a:ext cx="143981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去向追踪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3850" y="3273552"/>
            <a:ext cx="143981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移走改名
也能找到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3850" y="4297680"/>
            <a:ext cx="143981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v0.5.x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2556" y="3337560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17440" y="1920240"/>
            <a:ext cx="1988454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517440" y="1920240"/>
            <a:ext cx="1988454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791760" y="2176272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91760" y="21762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91760" y="2798064"/>
            <a:ext cx="143981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自动治理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91760" y="3273552"/>
            <a:ext cx="143981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归档建议
查重 · 多来源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91760" y="4297680"/>
            <a:ext cx="143981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v0.5.x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5349240"/>
            <a:ext cx="10820095" cy="777240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51560" y="5349240"/>
            <a:ext cx="1008857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当前进度：</a:t>
            </a:r>
            <a:r>
              <a:rPr sz="12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 阶段的第一步（A1 止血）已经落地并通过验收；接下来的 A2–A3 会重建索引，同时解决「文档目录搜不到」这个问题。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从一个搜索框里的一路结果，
到一个分五阶段落地的文件子系统。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63240"/>
            <a:ext cx="10820095" cy="786384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3063240"/>
            <a:ext cx="50292" cy="78638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11887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变的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063240"/>
            <a:ext cx="87782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范围：从「能搜到文件名」扩到「文件不丢、可控、会打理」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977639"/>
            <a:ext cx="10820095" cy="786384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977639"/>
            <a:ext cx="50292" cy="78638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977639"/>
            <a:ext cx="11887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不变的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977639"/>
            <a:ext cx="87782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那条原则：宁可不给答案，也不给错答案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892040"/>
            <a:ext cx="10820095" cy="786384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4892040"/>
            <a:ext cx="50292" cy="786384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892040"/>
            <a:ext cx="118872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沉淀下来的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892040"/>
            <a:ext cx="87782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每条取舍都写清「为什么」和「何时失效」，它就成了后来的施工图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861</Words>
  <Application>Microsoft Office PowerPoint</Application>
  <PresentationFormat>宽屏</PresentationFormat>
  <Paragraphs>189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ice_tea 王</cp:lastModifiedBy>
  <cp:revision>3</cp:revision>
  <dcterms:created xsi:type="dcterms:W3CDTF">2013-01-27T09:14:16Z</dcterms:created>
  <dcterms:modified xsi:type="dcterms:W3CDTF">2026-09-24T08:14:27Z</dcterms:modified>
  <cp:category/>
</cp:coreProperties>
</file>