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6949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ASSISTANT · 架构说明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文件搜索：模块划分与连接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639312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现有代码里有哪些模块 · 它们靠什么连起来 · 哪里没连上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370832"/>
            <a:ext cx="2743200" cy="27432"/>
          </a:xfrm>
          <a:prstGeom prst="rect">
            <a:avLst/>
          </a:prstGeom>
          <a:solidFill>
            <a:srgbClr val="35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645152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基于 v0.3.0 + A1 落地后的代码现状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874519"/>
            <a:ext cx="2880360" cy="3017520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87968" y="2176272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一页结论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2578608"/>
            <a:ext cx="2240280" cy="2249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模块切分是清楚的：七层、职责单一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连接是不完整的：一半注入、一半静态直调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缺口集中在「编排层 → 采集层」这一跳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这正是「能跑，但改不动、测不了」的根源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一页看懂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378098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3378098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8408" y="1938528"/>
            <a:ext cx="1097280" cy="329184"/>
          </a:xfrm>
          <a:prstGeom prst="roundRect">
            <a:avLst>
              <a:gd name="adj" fmla="val 40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938528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模块划分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87168"/>
            <a:ext cx="279288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七层，职责单一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063240"/>
            <a:ext cx="279288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触发 · 界面 · 编排 · 匹配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采集 · 持久化 · 基础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每一层都有明确的输入输出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没有循环依赖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498" y="1645920"/>
            <a:ext cx="3378098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2498" y="1645920"/>
            <a:ext cx="3378098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5106" y="1938528"/>
            <a:ext cx="1097280" cy="329184"/>
          </a:xfrm>
          <a:prstGeom prst="roundRect">
            <a:avLst>
              <a:gd name="adj" fmla="val 4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5106" y="1938528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连接方式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5106" y="2487168"/>
            <a:ext cx="279288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三种并存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5106" y="3063240"/>
            <a:ext cx="279288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信号 / 槽：跨窗口与触发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setter 注入：数据库类依赖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编译期静态调用：算法与采集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第三种正是问题所在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99196" y="1645920"/>
            <a:ext cx="3378098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99196" y="1645920"/>
            <a:ext cx="3378098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91804" y="1938528"/>
            <a:ext cx="1097280" cy="329184"/>
          </a:xfrm>
          <a:prstGeom prst="roundRect">
            <a:avLst>
              <a:gd name="adj" fmla="val 40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1804" y="1938528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连接缺口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804" y="2487168"/>
            <a:ext cx="279288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两处没接上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804" y="3063240"/>
            <a:ext cx="279288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历史库只写不读，从未反馈到排序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采集层无注入点，实现不可替换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全局静态索引无法 mock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直接决定 A2 的改造范围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46320"/>
            <a:ext cx="10820095" cy="105156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846320"/>
            <a:ext cx="100885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一句话结论：</a:t>
            </a:r>
            <a:r>
              <a: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搜索链路的每一步都能单独说清楚，模块边界也不含糊；但只要「谁拥有谁、谁能替换谁」没定下来，加功能就会变成改 AppBridge —— 所以下一步的重点不是加模块，而是把连接方式统一成可替换的那一种。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模块划分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七层模块：按职责切，不按功能切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10820095" cy="3872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2999232"/>
                <a:gridCol w="3246120"/>
                <a:gridCol w="3340303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所在文件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 触发层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HotkeyManager · TrayManager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core/HotkeyManager · ui/TrayManager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全局热键注册；托盘图标与菜单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 界面层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MainWindow · MainPanel · Style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resources/qml/*.qml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搜索浮窗、主面板；主题单例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 编排层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AppBridge · PanelBridge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ui/AppBridge · ui/PanelBridge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搜索编排与执行分发；面板 CRUD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④ 匹配层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FuzzyMatcher · Calculator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core/FuzzyMatcher · core/Calculator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五级模糊打分；算式求值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⑤ 采集层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AppIndexer · FileSearcher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core/AppIndexer · core/FileSearcher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Start Menu 应用；文件系统遍历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⑥ 持久化层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HistoryDatabase · Todo/Notes/Clipboard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database/*.cpp（4 个独立连接）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搜索历史；三个功能各自的库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⑦ 基础层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Logger · ConfigManager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core/Logger · core/ConfigManager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 sink 日志；JSON 配置与持久化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分层依据是「谁会调谁」，不是功能分类：④⑤两层都是无状态算法/采集，可被③层任意调用。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模块划分 · 采集层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两个采集器：同一个位置，完全不同的做法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10820095" cy="3634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4572000"/>
                <a:gridCol w="4647895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AppIndexer（应用）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FileSearcher（文件）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采集对象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 + 全局 Start Menu 的 .lnk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个标准用户目录下的文件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实现手段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IShellLink COM 解析快捷方式目标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自控前序 DFS（walkDir 递归）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接口形态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scan() → QList&lt;Entry&gt;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命名空间 + 文件级静态 s_index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调用时机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main.cpp:68 启动时一次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main.cpp:72 启动时一次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规模上限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无上限（实际 31 条）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硬上限 20000 条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失败处理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解析不出目标就静默跳过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目录级剪枝；不跟随 junction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实测开销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133 ms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888 ms（触顶截断）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同为「采集层」，一个返回集合、一个持有全局状态 —— 这个差异决定了它们后面能不能被替换。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模块划分 · 匹配层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一个共享叶子，两个互不相识的调用方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91056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FuzzyMatcher 的五级打分（分数即优先级）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93392"/>
            <a:ext cx="203234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93392"/>
            <a:ext cx="2032345" cy="457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0323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51176"/>
            <a:ext cx="203234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精确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2737" y="1993392"/>
            <a:ext cx="203234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2737" y="1993392"/>
            <a:ext cx="2032345" cy="457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737" y="2121408"/>
            <a:ext cx="20323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900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2737" y="2551176"/>
            <a:ext cx="203234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前缀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9674" y="1993392"/>
            <a:ext cx="203234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9674" y="1993392"/>
            <a:ext cx="2032345" cy="457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9674" y="2121408"/>
            <a:ext cx="20323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9674" y="2551176"/>
            <a:ext cx="203234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词边界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6612" y="1993392"/>
            <a:ext cx="203234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76612" y="1993392"/>
            <a:ext cx="2032345" cy="457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6612" y="2121408"/>
            <a:ext cx="20323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600-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6612" y="2551176"/>
            <a:ext cx="203234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包含·位置加权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73549" y="1993392"/>
            <a:ext cx="203234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73549" y="1993392"/>
            <a:ext cx="2032345" cy="45720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73549" y="2121408"/>
            <a:ext cx="20323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400-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3549" y="2551176"/>
            <a:ext cx="203234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编辑距离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310128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关键连接事实：它是被两条链路共用的叶子依赖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675887"/>
            <a:ext cx="10820095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3675887"/>
            <a:ext cx="50292" cy="1417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" y="3858768"/>
            <a:ext cx="100428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调用方 A  </a:t>
            </a: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AppBridge.cpp:92  →  FuzzyMatcher::score(query, item.title)</a:t>
            </a:r>
            <a:r>
              <a:rPr sz="1250" b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　（打分对象：内置命令与应用名）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调用方 B  </a:t>
            </a: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FileSearcher.cpp:148  →  FuzzyMatcher::score(query, e.name)</a:t>
            </a:r>
            <a:r>
              <a:rPr sz="1250" b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　（打分对象：文件名）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影响  </a:t>
            </a: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改写打分逻辑会同时改变两条链路的结果；计划中的「小写形式预计算」必须两边一起改，否则排序出现分叉。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Calculator 也挂在同一层：AppBridge.cpp:143，门禁为「含数字 + 含运算符 + 长度≥3」。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模块划分 · 编排层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AppBridge::search：四步，一个排序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300319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92224"/>
            <a:ext cx="50292" cy="1463039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847088"/>
            <a:ext cx="420624" cy="384048"/>
          </a:xfrm>
          <a:prstGeom prst="roundRect">
            <a:avLst>
              <a:gd name="adj" fmla="val 4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4206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865376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空查询短路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359152"/>
            <a:ext cx="4733391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query 为空 → 直接返回 10 条内置命令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此时不会触碰文件搜索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保证空列表不会爆炸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5575" y="1645920"/>
            <a:ext cx="5300319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5575" y="1792224"/>
            <a:ext cx="50292" cy="1463039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79895" y="1847088"/>
            <a:ext cx="420624" cy="384048"/>
          </a:xfrm>
          <a:prstGeom prst="roundRect">
            <a:avLst>
              <a:gd name="adj" fmla="val 4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9895" y="1847088"/>
            <a:ext cx="4206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8535" y="1865376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内置与应用打分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2359152"/>
            <a:ext cx="4733391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遍历 m_allItems（内置 10 + 应用 31）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逐条 FuzzyMatcher::score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保留 score &gt; 0 的命中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84448"/>
            <a:ext cx="5300319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730752"/>
            <a:ext cx="50292" cy="1463039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0120" y="3785615"/>
            <a:ext cx="420624" cy="384048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785615"/>
            <a:ext cx="4206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803904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追加文件结果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297680"/>
            <a:ext cx="4733391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FileSearcher::search(query, 20)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文件不进入 m_allItems，只在搜索时追加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priority=1，同分时排在后面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5575" y="3584448"/>
            <a:ext cx="5300319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5575" y="3730752"/>
            <a:ext cx="50292" cy="1463039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79895" y="3785615"/>
            <a:ext cx="420624" cy="384048"/>
          </a:xfrm>
          <a:prstGeom prst="roundRect">
            <a:avLst>
              <a:gd name="adj" fmla="val 4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9895" y="3785615"/>
            <a:ext cx="4206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8535" y="3803904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整体排序 + 计算器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8183" y="4297680"/>
            <a:ext cx="4733391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拼成一个大 list 后 std::sort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score 降序 → priority 降序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命中算式则 prepend score=1001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577840"/>
            <a:ext cx="10820095" cy="658368"/>
          </a:xfrm>
          <a:prstGeom prst="roundRect">
            <a:avLst>
              <a:gd name="adj" fmla="val 5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577840"/>
            <a:ext cx="100885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副作用：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只记 m_lastQuery；A1 之后不再在 search() 里写库，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真正的历史写入挪到了 executeCommand()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。四类结果拼成一个大列表再全量排序，是 A7 要换成多路归并的地方。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模块划分 · 编排层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executeCommand：按结果类型四分派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10820095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2331720"/>
                <a:gridCol w="4754880"/>
                <a:gridCol w="2316175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分支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判据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写入的历史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计算器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type == Calculator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结果复制到剪贴板（去掉 "= " 前缀）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search_history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 以 app:// 开头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openUrl，失败再退 QProcess::startDetached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app_launch_history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type == File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openUrl，交给系统默认程序打开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search_history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内置命令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其余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executeAction 按 id 字符串逐个比对分发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command_history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590288"/>
            <a:ext cx="10820095" cy="96012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4590288"/>
            <a:ext cx="1004285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连接要点：</a:t>
            </a: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执行链路是 search 的镜像 —— 也是四条分支、也由 AppBridge 独占。AppBridge 同时承担「编排 + 打分 + 分发 + 文案」四种职责，是当前最接近上帝对象的模块（347 行，C++ 模块中最大）。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连接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组合根：所有接线集中在 main.cpp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55648"/>
            <a:ext cx="2542032" cy="3611880"/>
          </a:xfrm>
          <a:prstGeom prst="roundRect">
            <a:avLst>
              <a:gd name="adj" fmla="val 4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93592" y="1755648"/>
            <a:ext cx="2395728" cy="3611880"/>
          </a:xfrm>
          <a:prstGeom prst="roundRect">
            <a:avLst>
              <a:gd name="adj" fmla="val 4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755648"/>
            <a:ext cx="5150815" cy="3611880"/>
          </a:xfrm>
          <a:prstGeom prst="roundRect">
            <a:avLst>
              <a:gd name="adj" fmla="val 4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47088"/>
            <a:ext cx="2542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触发与界面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184708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编排层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47088"/>
            <a:ext cx="5150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叶子模块 / 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2194560"/>
            <a:ext cx="2139696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68" y="2286000"/>
            <a:ext cx="45720" cy="47548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2276856"/>
            <a:ext cx="18287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HotkeyManager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523744"/>
            <a:ext cx="1828799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Alt+Space 全局热键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" y="2944368"/>
            <a:ext cx="2139696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" y="3035808"/>
            <a:ext cx="45720" cy="47548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3026664"/>
            <a:ext cx="18287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TrayManager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273552"/>
            <a:ext cx="1828799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托盘图标 + 右键菜单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" y="3694176"/>
            <a:ext cx="2139696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" y="3785615"/>
            <a:ext cx="45720" cy="47548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3776472"/>
            <a:ext cx="18287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MainWindow.qml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4023360"/>
            <a:ext cx="1828799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搜索浮窗（绑定 backend）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" y="4443984"/>
            <a:ext cx="2139696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" y="4535424"/>
            <a:ext cx="45720" cy="47548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4526280"/>
            <a:ext cx="18287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MainPanel.qml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4773168"/>
            <a:ext cx="1828799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主面板（绑定 panel）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94760" y="2697480"/>
            <a:ext cx="19933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94760" y="2788920"/>
            <a:ext cx="45720" cy="7772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77640" y="2779776"/>
            <a:ext cx="16824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AppBridge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40" y="3026664"/>
            <a:ext cx="1682496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search / executeCommand
toggleWindow / openMainPanel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94760" y="3931920"/>
            <a:ext cx="19933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94760" y="4023359"/>
            <a:ext cx="45720" cy="7772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77640" y="4014215"/>
            <a:ext cx="16824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PanelBridge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40" y="4261104"/>
            <a:ext cx="1682496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待办 / 笔记 / 剪贴板 CRUD
applyHotkey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74536" y="2176272"/>
            <a:ext cx="4711903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74536" y="2267712"/>
            <a:ext cx="45720" cy="420624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57416" y="2258568"/>
            <a:ext cx="44010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FuzzyMatcher  ·  静态调用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7416" y="2505456"/>
            <a:ext cx="44010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AppBridge.cpp:92 打分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74536" y="2834640"/>
            <a:ext cx="4711903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74536" y="2926080"/>
            <a:ext cx="45720" cy="420624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57416" y="2916936"/>
            <a:ext cx="44010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Calculator  ·  静态调用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7416" y="3163824"/>
            <a:ext cx="44010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AppBridge.cpp:143 算式门禁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74536" y="3493008"/>
            <a:ext cx="4711903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74536" y="3584448"/>
            <a:ext cx="45720" cy="420624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57416" y="3575303"/>
            <a:ext cx="44010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FileSearcher  ·  静态调用 + 全局态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7416" y="3822191"/>
            <a:ext cx="44010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main.cpp:72 建索引 / AppBridge.cpp:105 查询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74536" y="4151376"/>
            <a:ext cx="4711903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74536" y="4242816"/>
            <a:ext cx="45720" cy="42062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57416" y="4233672"/>
            <a:ext cx="44010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HistoryDatabase  ·  setter 注入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57416" y="4480560"/>
            <a:ext cx="44010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AppBridge::setHistoryDatabase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74536" y="4809744"/>
            <a:ext cx="4711903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574536" y="4901183"/>
            <a:ext cx="45720" cy="365759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57416" y="4892040"/>
            <a:ext cx="44010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AppIndexer  ·  静态调用（仅 main）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57416" y="5138928"/>
            <a:ext cx="4401007" cy="146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main.cpp:68 → backend.addApp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55263" y="2834640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5263" y="4114800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16752" y="2606040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16752" y="3246120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16752" y="3886200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16752" y="4526280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5541264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6696" y="5541264"/>
            <a:ext cx="17373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信号 / 槽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834640" y="5541264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45536" y="5541264"/>
            <a:ext cx="17373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setter 注入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983480" y="5541264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94376" y="5541264"/>
            <a:ext cx="17373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编译期静态调用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58978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另有 2 个 lambda 连接：visibleChanged → 存窗口坐标；mainPanelRequested → 显示面板并隐藏浮窗。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组合根的存在本身是好事：依赖关系集中可见。问题在于第三步「静态调用」绕过了它。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连接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两个窗口、两个引擎、两个桥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10820094" cy="3145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/>
                <a:gridCol w="4480560"/>
                <a:gridCol w="4465015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搜索浮窗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主面板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 QML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qrc:/qml/MainWindow.qml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qrc:/qml/MainPanel.qml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加载者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main.cpp:87  engine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main.cpp:140  panelEngine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注入的桥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backend = AppBridge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panel = PanelBridge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共同注入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config · appVersion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config · appVersion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初始可见性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绑定 backend.visible（初值 false）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visible: false，由 🏠 / 托盘触发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共享主题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Style 单例（读 config.theme）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Style 单例（读 config.theme）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937760"/>
            <a:ext cx="10820095" cy="1051560"/>
          </a:xfrm>
          <a:prstGeom prst="roundRect">
            <a:avLst>
              <a:gd name="adj" fmla="val 5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4937760"/>
            <a:ext cx="1004285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隐含前提：</a:t>
            </a: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两个 engine 各自独立，但 Style 单例会在每个 engine 里各实例化一份，而它的 isDark 依赖 config.theme —— 也就是说「每个 engine 都必须注入 config」是个未写进文档的硬约束，漏掉一个不会报错，只会静默取不到主题。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两套桥换来的是互不干扰（搜索浮窗不受面板影响）；代价是主题单例与缓存各一份。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连接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依赖注入只做了一半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10820094" cy="3145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7639"/>
                <a:gridCol w="4206240"/>
                <a:gridCol w="2636215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依赖关系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连接方式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可替换 / 可 mock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AppBridge → HistoryDatabase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setter 注入（setHistoryDatabase）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  可以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PanelBridge → Todo / Notes / Clipboard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setter 注入（三个 setter）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  可以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PanelBridge → Config / HotkeyManager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setter 注入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  可以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AppBridge → FileSearcher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编译期静态调用 + 全局静态索引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❌  不行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AppBridge → FuzzyMatcher / Calculator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编译期静态调用（namespace）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❌  不行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main → AppIndexer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编译期静态调用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❌  不行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919472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4919472"/>
            <a:ext cx="1004285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这个分裂带来的直接后果：</a:t>
            </a: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数据库类可以随时换实现（测试时给个假的就行），而算法与采集类一旦被调用就写死 —— 所以 A2 想加「legacy / v2」回退开关时，会发现 FileSearcher 根本没有挂载点，必须先立一个门面（FileIndex）出来。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连接缺口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两处没接上，一处接错了位置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378098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3378098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901952"/>
            <a:ext cx="868680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01952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缺口 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40864"/>
            <a:ext cx="28294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历史库只写不读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52928"/>
            <a:ext cx="282945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HistoryDatabase 有 3 个读取接口：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recentSearches / frequentApps / launchCount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——全仓库零调用方（已实测）。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databaseError 信号发出但无人 connect。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→ 历史在积累，却从未反馈到排序。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498" y="1645920"/>
            <a:ext cx="3378098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2498" y="1645920"/>
            <a:ext cx="3378098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66818" y="1901952"/>
            <a:ext cx="868680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6818" y="1901952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缺口 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6818" y="2340864"/>
            <a:ext cx="28294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采集层没有注入点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6818" y="2852928"/>
            <a:ext cx="282945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FileSearcher 是 namespace + 文件级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静态 s_index：无实例、无构造、无接口。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AppBridge 只能直接写 FileSearcher::search()。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→ 换实现要改 AppBridge，回退开关没处挂。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99196" y="1645920"/>
            <a:ext cx="3378098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99196" y="1645920"/>
            <a:ext cx="3378098" cy="54864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73516" y="1901952"/>
            <a:ext cx="868680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3516" y="1901952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缺口 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3516" y="2340864"/>
            <a:ext cx="28294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采集阻塞在窗口之前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3516" y="2852928"/>
            <a:ext cx="282945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main.cpp:72 buildIndex() 同步执行，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engine.load() 在 87 行 —— 阻塞在加载之前。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实测 888 ms（占启动到热键就绪的 49%）。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热键 123 行才注册，app.exec() 在 158 行。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→ 启动后约 1.8 s 内按 Alt+Space 无反应。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①②属于架构债，③是它俩的运行时表现：采集层既不可替换，又被放在了错误的时机。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连接的重构方向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现状 → A2：把「静态调用」换成「注入」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10820095" cy="3236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4572000"/>
                <a:gridCol w="4556455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方面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现状（v0.3.0 + A1）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A2 目标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采集层形态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namespace + 文件级静态 s_index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FileIndex 门面 + FileScanner 后台线程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索引发布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无机制，建完即冻结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SnapshotManager 以 COW 方式发布快照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查询路径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每次按键线性扫全量索引（2 万条）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QueryEngine 独立成层，查只读快照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编排层依赖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AppBridge 直接写 FileSearcher::search()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注入 FileIndex*，与 setHistoryDatabase 同风格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回退能力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无（旧实现是唯一实现）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fileIndex.engine = legacy | v2，一行配置回退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5010912"/>
            <a:ext cx="10820095" cy="1005840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5010912"/>
            <a:ext cx="1004285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判据：</a:t>
            </a: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改造是否成功，不看新增了多少文件，而看 AppBridge 能不能在不改一行代码的前提下换掉文件搜索实现 —— 能换，连接方式才算真的统一了。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10820095" cy="914400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0292" cy="9144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066543"/>
            <a:ext cx="822960" cy="347472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66543"/>
            <a:ext cx="822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划分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9202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七层，边界清楚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31343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触发 / 界面 / 编排 / 匹配 / 采集 / 持久化 / 基础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10820095" cy="914400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825496"/>
            <a:ext cx="50292" cy="9144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3108960"/>
            <a:ext cx="822960" cy="347472"/>
          </a:xfrm>
          <a:prstGeom prst="roundRect">
            <a:avLst>
              <a:gd name="adj" fmla="val 4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108960"/>
            <a:ext cx="822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962656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三种方式并存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355848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信号槽 ✅ · setter 注入 ✅ · 编译期静态调用 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67911"/>
            <a:ext cx="10820095" cy="914400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867911"/>
            <a:ext cx="50292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" y="4151375"/>
            <a:ext cx="822960" cy="347472"/>
          </a:xfrm>
          <a:prstGeom prst="roundRect">
            <a:avLst>
              <a:gd name="adj" fmla="val 4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151375"/>
            <a:ext cx="822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400507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编排层 → 采集层这一跳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39826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无注入点 + 无实例 + 全局静态索引，占启动阻塞的 49%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910327"/>
            <a:ext cx="10820095" cy="914400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910327"/>
            <a:ext cx="50292" cy="914400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5840" y="5193791"/>
            <a:ext cx="822960" cy="347472"/>
          </a:xfrm>
          <a:prstGeom prst="roundRect">
            <a:avLst>
              <a:gd name="adj" fmla="val 4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193791"/>
            <a:ext cx="822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04748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统一成「可替换」那一种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440679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A2 立 FileIndex 门面，legacy / v2 一行配置回退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