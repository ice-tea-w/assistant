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23760" y="1371600"/>
            <a:ext cx="4206240" cy="4023360"/>
          </a:xfrm>
          <a:prstGeom prst="roundRect">
            <a:avLst>
              <a:gd name="adj" fmla="val 4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本次范围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057400"/>
            <a:ext cx="3566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已完成：检索链路 + A1 止血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实测：索引其实只覆盖 Desktop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问题清单：P0 ×6 / P1 ×6 / P2 ×7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目标架构：四层 + 反馈回路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路线图：Phase A → B → C → D →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技术分享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文件检索与治理模块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已完成的能力 · 实测暴露的问题 · Phase A–E 路线图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224528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v0.3.0 收尾 → v0.4.0 文件子系统 Phase A
2026-09-24 ｜ 依据 docs/architecture/ 三份设计稿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这份 PPT 讲四件事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03855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2503855" cy="502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955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1955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现在能做什么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1955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检索链路、五级模糊匹配、
A1 止血的四项修复与实测数据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965960"/>
            <a:ext cx="2503855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1965960"/>
            <a:ext cx="2503855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5143" y="2286000"/>
            <a:ext cx="1955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2999232"/>
            <a:ext cx="1955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实测暴露了什么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474720"/>
            <a:ext cx="1955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P0/P1/P2 问题清单；
以及「索引其实只覆盖 Desktop」这个真问题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1965960"/>
            <a:ext cx="2503855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1965960"/>
            <a:ext cx="2503855" cy="5029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2286000"/>
            <a:ext cx="1955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999232"/>
            <a:ext cx="1955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要建成什么样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474720"/>
            <a:ext cx="1955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四层架构、关键接口、
以及四个关键设计决策的取舍理由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0871" y="1965960"/>
            <a:ext cx="2503855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0871" y="1965960"/>
            <a:ext cx="2503855" cy="5029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5191" y="2286000"/>
            <a:ext cx="1955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191" y="2999232"/>
            <a:ext cx="1955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分几步走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5191" y="3474720"/>
            <a:ext cx="1955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Phase A（搜索基建）→ B（治理过滤）
→ C/D/E（Box / 追踪 / 自动化）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所有数字均来自本机实测或设计稿原文，未做估算加工。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检索面与采集面：先把职责切开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73936"/>
            <a:ext cx="50292" cy="16733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01368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文件检索（检索面）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94560"/>
            <a:ext cx="473659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让用户「找到想要的」：查询解析 → 候选筛选 → 打分 → top-K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只读：内存快照 + COW 发布，查询路径不走 SQLite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对应 Phase A（A1–A8）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27632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773936"/>
            <a:ext cx="50292" cy="1673351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801368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文件治理（采集面）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194560"/>
            <a:ext cx="473659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保证「不漏文件」：种类过滤、工程排除、下载中转、去向追踪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写：磁盘遍历全量入库，只受排除规则约束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对应 Phase B–E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10820095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31920"/>
            <a:ext cx="50292" cy="2103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33087"/>
            <a:ext cx="10180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核心设计决定：两种「过滤」必须分清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53712"/>
            <a:ext cx="101800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磁盘遍历全量入库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（只受排除规则约束）→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内存快照按当前白名单筛选构建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。于是切换「只要文档 / 含代码 / 全都要」只需</a:t>
            </a:r>
            <a:r>
              <a:rPr sz="12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从 DB 重建快照（数十 ms），不必重新扫盘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分界线是 </a:t>
            </a: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files 表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：排除规则（L2/L3）决定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什么进 DB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；种类白名单只决定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内存快照装什么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（可随时切换）。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唯一例外：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下载 box 不服从白名单 —— 否则白名单设成「只要 PDF」，刚下载的 .exe 会从收件箱消失，属数据丢失级事故。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检索链路：Phase 2 已经跑通的一条路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E8F1FB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792224"/>
            <a:ext cx="161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键盘输入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130552"/>
            <a:ext cx="1618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QML TextInput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4891" y="19659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62763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E8F1FB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1792224"/>
            <a:ext cx="161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40ms 防抖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130552"/>
            <a:ext cx="1618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IME 预编辑拦截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451" y="19659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2763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E8F1FB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792224"/>
            <a:ext cx="161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AppBridge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130552"/>
            <a:ext cx="1618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三路候选 + 计算器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4012" y="19659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162763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1792224"/>
            <a:ext cx="161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排序截断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130552"/>
            <a:ext cx="1618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score →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572" y="19659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62763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6" y="1792224"/>
            <a:ext cx="161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结果列表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130552"/>
            <a:ext cx="1618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ListView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8036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三路候选 + 计算器，统一按 score 排序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5800" y="3218688"/>
          <a:ext cx="10817352" cy="188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17720"/>
                <a:gridCol w="2606040"/>
                <a:gridCol w="176479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进入条件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结果优先级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内置命令 / URL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AppBridge::m_allItems（10 条）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始终参与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priority 6–10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已索引应用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AppIndexer 扫描开始菜单 .lnk（本机 31 个）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始终参与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priority 5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FileSearcher 全量索引 + FuzzyMatcher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仅非空查询，最多 20 条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priority 1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计算器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Calculator 递归下降解析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含数字且含运算符、长度 ≥3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score 1001 强制置顶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落点：include/core/FileSearcher.h · src/ui/AppBridge.cpp · resources/qml/MainWindow.qml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FuzzyMatcher：五级打分 + 一条排序规则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6949440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188720"/>
                <a:gridCol w="2834640"/>
                <a:gridCol w="20116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分值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例子（查询 → 命中）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完全匹配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大小写不敏感的全等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cmd  →  cmd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前缀匹配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以查询开头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 →  report.docx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词边界匹配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空格 / 连字符 / 下划线 / 点之后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cfg  →  app_cfg.ini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600–400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包含匹配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子串命中，位置越靠前分越高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  →  report.docx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400–0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编辑距离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Levenshtein（仅短串启用）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reprot  →  report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不匹配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不进入结果集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627632"/>
            <a:ext cx="3730752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627632"/>
            <a:ext cx="3730752" cy="502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6537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设计取舍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04288"/>
            <a:ext cx="32004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五级语义保留为 tier 快速判定，A4 的 DP 打分在它之后细化。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文件 priority = 1：同分时排在应用与内置命令之后。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文件只在非空查询出现，空查询不返回文件。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A4 拟补子序列匹配：chr → chrome_installer.exe。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15968"/>
            <a:ext cx="1082009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315968"/>
            <a:ext cx="50292" cy="182880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10180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排序规则（现状）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64608"/>
            <a:ext cx="101800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① score 降序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（模糊分越高越靠前）；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② 同分按 priority 降序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（内置命令 &gt; 应用 &gt; 文件）；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③ 计算器结果以 score = 1001 prepend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，恒排第一。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P1-3 的问题：现在是</a:t>
            </a: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「收集全部命中 → std::sort 全排序 → erase 截断」</a:t>
            </a:r>
            <a:r>
              <a:rPr sz="12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，而只需要 top-K；20 万条量级下 O(M log M) + 大数组拷贝会被放大。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A1 止血：独立 patch，2026-09-24 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9344"/>
            <a:ext cx="1810512" cy="292608"/>
          </a:xfrm>
          <a:prstGeom prst="roundRect">
            <a:avLst>
              <a:gd name="adj" fmla="val 3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1810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分支 fix/a1-stop-bleeding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609344"/>
            <a:ext cx="868680" cy="292608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609344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09344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4 个文件、104 行新增；旧 FileSearcher 接口与语义不变，单 commit 可 revert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011680"/>
          <a:ext cx="10817351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2468880"/>
                <a:gridCol w="3977639"/>
                <a:gridCol w="222199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原计划做法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实际做法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P0-1
跟随 reparse point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QDirIterator 加
QDir::NoSymLinks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实测无效 → 自控前序 DFS +
isSymLink() || isJunction()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 条 63 层叠罗汉路径 → 0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P0-2
热路径字符串分配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 toNativeSeparators()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目录名命中即整棵子树不进
（真的剪枝，不只是省分配）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本机剪掉 160 个目录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P1-5
搜索写库时机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 search() 挪到
executeCommand()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只在「真的执行了」时写；
补 debug 日志可观测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历史表不再被前缀垃圾污染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P1-6
输入防抖 + IME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Timer 40ms +
inputMethodComposing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同计划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字符 → 1 次全量检索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5394960"/>
            <a:ext cx="10820095" cy="7772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41264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⚠  最重要的一条：计划里的 QDir::NoSymLinks 是个空操作 —— 编译通过、日志正常、看起来更好了，只有把索引 dump 出来才发现没生效。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③ · 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A1 三条验收：全部实测，不是推演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1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3017520"/>
                <a:gridCol w="3977639"/>
                <a:gridCol w="32735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验收项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junction 不递归、不重复索引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 env 门控仪器把索引全路径落盘 + grep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 /loop/ 的条目 126 → 0；探针文件恰好 2 条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连打 8 字符只触发 1 次 search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PostMessage 投 WM_CHAR ×8，按 debug 日志统计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只出现 1 行 'abcdefgh'，不是 8 行前缀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打字过程中 history.db 不新增行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打字前/后各查一次 count(*)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 → 43 不变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③+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正向对照：执行时才写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 1+2 后回车（计算器恒排第一，副作用仅写剪贴板）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 → 44，新增行 query='1+2'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02336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169664"/>
            <a:ext cx="50292" cy="17190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197096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顺手做了两件事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590288"/>
            <a:ext cx="47365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清空 search_history 旧数据：44 → 0（清空前正是 1+ / 5e / isa / ope / de / del 这类前缀垃圾）；command_history 与 app_launch_history 未动。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验收手法沉淀成可复用脚本（out/a1_typing_probe.ps1）：走 Qt 真实消息链，不注入代码、不改被测程序。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02336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4169664"/>
            <a:ext cx="50292" cy="171907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4197096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顺带量到的两个数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590288"/>
            <a:ext cx="47365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索引建库 ≈ 900 ms（修前同一台机 713–2379 ms），剪枝 160 个目录。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小写化比较走 indexOf(..., CaseInsensitive)，全程零临时字符串 —— 目录级剪枝让「省分配」变成了「少枚举」。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现状问题 · P0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P0：正确性与稳定性（6 条）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6035040"/>
                <a:gridCol w="386791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后果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P0-1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QDirIterator 默认过滤器含符号链接，Subdirectories 跟随 junction 递归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重复索引甚至无限递归 ✅ A1 已修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P0-2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跳过判定逐文件做 toNativeSeparators() + 5 次 contains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最热内循环里的设计错误 ✅ A1 已修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P0-3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20000 上限按遍历顺序任意截断，顺序取决于目录项返回顺序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结果不可解释、两次启动内容可能不同、D 盘永远进不来 ← 本机已实际发生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P0-4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索引在主线程、engine.load() 之前同步构建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冷启动白屏数百 ms ～ 数秒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P0-5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索引建完即冻结，无 watcher、无手动刷新入口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新建/改名/删除的文件在本次运行中永远不反映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P0-6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namespace + 文件级静态 s_index，无实例无注入点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不可单测 / mock / 多实例，与项目其他模块风格不一致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✅ 标记为本次 A1 已修复；P0-3/P0-4/P0-5/P0-6 分别由 A3 / A2 / A5 / A2 承接。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现状问题 · P1 / 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性能债与检索质量缺口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P1 — 性能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38528"/>
          <a:ext cx="534924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466344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P1-1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每按键全量线性扫 2 万条 + 完整五级打分（O(N·L)，约 5–15 ms，未实测）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P1-2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FuzzyMatcher 内反复 toLower()，每次分配新 QString → N 次堆分配/按键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P1-3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收集全部命中后全排序再截断，而只需要 top-K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P1-4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QString(UTF-16) 同时存 name / path，目录串高度重复 → 2 万条约数 MB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P1-5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每按键同步写 search_history ✅ A1 已修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P1-6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QML onTextChanged 无防抖 ✅ A1 已修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91072" y="16093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P2 — 检索质量 / 体验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91072" y="1938528"/>
          <a:ext cx="5212080" cy="303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P2-1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只匹配文件名，路径不参与；无空格分词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P2-2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无子序列匹配：chr 命中不到 chrome_installer.exe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P2-3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frecency / 使用频率权重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P2-4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空查询时文件完全不出现（应给「最近文件」）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P2-5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IME 预编辑触发检索；中文无法用拼音首字母命中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P2-6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无扩展名独立权重，docx 命中大量噪音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P2-7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结果动作单一：缺 Ctrl+Enter 打开所在文件夹、复制路径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另有 P3 能力缺口：索引无持久化（冷启动从零爬盘）、无可配置根目录与排除规则、无索引健康度可观测。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实测暴露的真问题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索引其实「名不副实」：用户搜不到自己的文档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3429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5564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35607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2257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Desktop 文件数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27632"/>
            <a:ext cx="3429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20000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2257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索引上限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27632"/>
            <a:ext cx="3429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75564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2257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Documents 进入索引的文件数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175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链式因果（P0-3 的具体后果）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64992"/>
            <a:ext cx="2514600" cy="960120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4930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roots 顺序
Desktop 第一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98678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root[0]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70332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364992"/>
            <a:ext cx="2514600" cy="960120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34930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Desktop 单根
就吃满 2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398678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35607 &gt; 20000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370332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64992"/>
            <a:ext cx="2514600" cy="960120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34930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遍历提前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98678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Documents 未开始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370332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364992"/>
            <a:ext cx="2514600" cy="960120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3" y="34930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Documents / Downloads
一个文件都没进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3" y="398678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1652 / 596 全部落空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572000"/>
            <a:ext cx="10820095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572000"/>
            <a:ext cx="50292" cy="155448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754880"/>
            <a:ext cx="1018001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这意味着功能「看起来有、实际没有」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：日志显示 indexed 20000 files 一切正常，但用户搜 Documents 里的东西永远搜不到。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P0-3 的实际优先级高于原判断（实施清单原计划留给 A3）。修复方向已定：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取消按 frecency 驱逐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，改为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「完整索引优先 + 软预算告警 + 硬上限停止」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—— 对搜索而言，正确性远比内存重要，绝不能出现「文件凭空消失」。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四层 + 一条反馈回路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10820095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50292" cy="80467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采集层  Indexer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5F9E"/>
                </a:solidFill>
                <a:latin typeface="Consolas"/>
                <a:ea typeface="Consolas"/>
                <a:cs typeface="Consolas"/>
              </a:rPr>
              <a:t>Scanner +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27632"/>
            <a:ext cx="71780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Win32 迭代式 DFS，目录级剪枝；产出不可变 COW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50592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0320"/>
            <a:ext cx="10820095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60320"/>
            <a:ext cx="50292" cy="80467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8833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查询层  QueryEngine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5F9E"/>
                </a:solidFill>
                <a:latin typeface="Consolas"/>
                <a:ea typeface="Consolas"/>
                <a:cs typeface="Consolas"/>
              </a:rPr>
              <a:t>Parser → Filter → Score → TopK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60320"/>
            <a:ext cx="71780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归一化 → 位图预筛 → 分层打分 waterfall → top-K 最小堆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83279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93008"/>
            <a:ext cx="10820095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493008"/>
            <a:ext cx="50292" cy="80467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2102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融合层  ResultMerger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5F9E"/>
                </a:solidFill>
                <a:latin typeface="Consolas"/>
                <a:ea typeface="Consolas"/>
                <a:cs typeface="Consolas"/>
              </a:rPr>
              <a:t>ISearchProvider k-way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93008"/>
            <a:ext cx="71780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各 provider 取 top-K 后归并，再叠加 frecency 综合分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15968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25696"/>
            <a:ext cx="10820095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425696"/>
            <a:ext cx="50292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反馈层  Frecency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828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5F9E"/>
                </a:solidFill>
                <a:latin typeface="Consolas"/>
                <a:ea typeface="Consolas"/>
                <a:cs typeface="Consolas"/>
              </a:rPr>
              <a:t>只在「执行」时写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425696"/>
            <a:ext cx="71780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异步写库、不重建快照；空查询返回 frecency top-8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486400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硬约束：</a:t>
            </a: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查询层只能通过 FileSnapshot 的只读原语访问数据 —— 物理表示（v1 的 vector&lt;FileEntry&gt;、后续的 SoA / 字典表）必须藏在快照接口之后，替换表示不改调用方。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门面只做四件事，快照只给只读原语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855464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8E9AAD"/>
                </a:solidFill>
                <a:latin typeface="Consolas"/>
                <a:ea typeface="Consolas"/>
                <a:cs typeface="Consolas"/>
              </a:rPr>
              <a:t>// FileIndex —— 门面（薄）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start();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refresh();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QList&lt;Match&gt; query(const Query&amp;);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IndexStats stats()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upsert(const QString&amp; path);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remove(const QString&amp; path);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8E9AAD"/>
                </a:solidFill>
                <a:latin typeface="Consolas"/>
                <a:ea typeface="Consolas"/>
                <a:cs typeface="Consolas"/>
              </a:rPr>
              <a:t>// 私有成员：Scanner / Store 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8E9AAD"/>
                </a:solidFill>
                <a:latin typeface="Consolas"/>
                <a:ea typeface="Consolas"/>
                <a:cs typeface="Consolas"/>
              </a:rPr>
              <a:t>// SnapshotManager / QueryEngine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50208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判定标准：新逻辑能不能放进四个协作者之一？能，就不要加到门面上。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27632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55464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8E9AAD"/>
                </a:solidFill>
                <a:latin typeface="Consolas"/>
                <a:ea typeface="Consolas"/>
                <a:cs typeface="Consolas"/>
              </a:rPr>
              <a:t>// FileSnapshot —— 唯一的查询表示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    size()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QString nameAt(int i)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QString lowerAt(int i)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QString pathAt(int i)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qint64  sizeAt(int i) const;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qint64  mtimeAt(int i) const;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3950208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v1 物理表示是 std::vector&lt;FileEntry&gt;（20 万条 ≈ 50–70 MB）；SoA / 字典表 / UTF-8 存储都是 gated 优化，先有 baseline 再决定。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10820095" cy="137160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928616"/>
            <a:ext cx="1041775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8E9AAD"/>
                </a:solidFill>
                <a:latin typeface="Consolas"/>
                <a:ea typeface="Consolas"/>
                <a:cs typeface="Consolas"/>
              </a:rPr>
              <a:t>// ISearchProvider —— A7 的稳定点，插件系统（GUIDE Phase 4）就挂在它上面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ISearchProvider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virtual QString providerId() const = 0;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virtual QList&lt;SearchResult&gt; query(std::string_view text, int limit) = 0;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关键决策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为什么不用 SQLite FTS5 做文件名检索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0741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本机根本不可用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vcpkg sqlite3 3.53.3 只启用 json1；扫描 sqlite3.dll 未命中 FTS5/FTS3/rtree。要用得先 vcpkg install "sqlite3[fts5]"，可能触发 qtbase 重配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trigram 解决不了主场景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只解决子串，不解决子序列（chr → chrome）与 typo —— 而那才是启动器的核心卖点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选择率太低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字符查询的 postings 接近全量，却要多付一份索引体积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仍要回表排序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拿到 rowid 后还得回表取 path / frecency 再排序，省不掉关键路径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84632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846320"/>
            <a:ext cx="50292" cy="12801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18001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走「内存快照索引 + SQLite 持久化」路线 —— 查询路径完全不碰 SQLite，SQLite 只负责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冷启动加速与 frecency 存储</a:t>
            </a:r>
            <a:r>
              <a:rPr sz="120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。内容全文检索另立项，不在本次范围。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同样被否掉的：</a:t>
            </a:r>
            <a:r>
              <a:rPr sz="11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Xapian / Tantivy(Rust) / Lucene（定位文档级全文、引外部运行时，与学习项目不符）；RocksDB / LevelDB（KV 不解决匹配算法，20 万级用不上 LSM）；自建 trigram 倒排（内存与快照方案收益重叠）。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关键决策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并发、失效与「绝不静默驱逐」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73936"/>
            <a:ext cx="50292" cy="20848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01368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COW 快照发布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94560"/>
            <a:ext cx="29535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构建完一次性发布不可变快照，读者整轮查询免锁。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为什么不用 QReadWriteLock + 原地修改：原地改会迫使查询持锁、重建期阻塞 UI，正好和修 P0-4（冷启动白屏）冲突。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优先 std::atomic&lt;std::shared_ptr&gt;（C++20），编译不过降级 std::shared_mutex。A2 先花 10 分钟验证 MSVC 是否支持。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27632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773936"/>
            <a:ext cx="50292" cy="208483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01368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不用 QFileSystemWatcher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9535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Windows 后端基于 FindFirstChangeNotification，单句柄不递归子树。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对 6 个根下成千上万子目录会退化成逐目录注册句柄 —— 句柄爆炸，且新增子目录还要重注册。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改为 ReadDirectoryChangesW（bWatchSubtree=TRUE），每根一句柄。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溢出（ERROR_NOTIFY_ENUM_DIR）→ 发 Overflow 事件 → 该根全量重扫，不静默丢事件。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27632"/>
            <a:ext cx="3429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773936"/>
            <a:ext cx="50292" cy="20848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801368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绝不静默驱逐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94560"/>
            <a:ext cx="29535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早期「索引满按 frecency 驱逐」的设计已明确废弃。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被驱逐后用户搜不到自己存在的文件 —— 行为变成「文件凭空消失」。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对搜索而言正确性远比内存重要。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改为三档显式可见：软预算 30 万条告警 / 硬上限 100 万条停止并提示；缩小规模靠 roots 与排除规则「少收」，而不是事后丢。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15968"/>
            <a:ext cx="1082009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315968"/>
            <a:ext cx="50292" cy="1783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98848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最易踩的坑：细化缓存必须存「上一轮全部命中」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缓存里存 top-K，会出现</a:t>
            </a:r>
            <a:r>
              <a:rPr sz="11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「结果凭空消失」</a:t>
            </a:r>
            <a:r>
              <a:rPr sz="11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的 bug：用户删掉一个字符后，本该回到结果集的条目因为不在上一轮 top-K 里而永远不出现。规则：缓存深度 1 + 查询长度 ≤2 不吃缓存；且必须有「缓存命中路径与全量路径结果集逐条一致」的用例。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位图预筛、细化缓存、charMask、SoA、并行分片 —— </a:t>
            </a:r>
            <a:r>
              <a:rPr sz="115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全部 gated</a:t>
            </a:r>
            <a:r>
              <a:rPr sz="1150" b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：A4 先出 baseline 数据，命中阈值才做。为没有实测支撑的 P50&lt;3ms 去堆复杂算法，是最可能发生的浪费。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关键决策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两个数据库的边界，与「迁移先于字段」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709160"/>
                <a:gridCol w="473659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file_index.db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downloads.db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性质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派生数据 —— 可从磁盘重建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权威数据 —— 磁盘上重建不出来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写入方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FileIndexDatabase 可写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DownloadsDatabase 可写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迁移失败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直接丢弃重建（删文件重扫）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必须备份、失败拒绝启动，绝不静默重建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dirs / files / roots / frecency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 / move_journal / tracking_events /
download_rules / sources / app_meta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2245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224528"/>
            <a:ext cx="50292" cy="1965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407408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DatabaseMigrator（A3 必须先做出来）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736592"/>
            <a:ext cx="47091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版本号用原生 PRAGMA user_version，不额外建表。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只做前向迁移，每步一事务；禁止 DROP TABLE + 重建。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启动时序：打开 DB → 读 user_version → 逐版本迁移 → commit → 之后才允许其它访问。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第一个真实用例：治理的 cat_mask / flags / root_id / origin_id + idx_files_sizemtime。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245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4224528"/>
            <a:ext cx="50292" cy="19659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407408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差量写入：三方差集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36592"/>
            <a:ext cx="47091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diskSet = 磁盘遍历 {(path,size,mtime)}；dbSet = SELECT path,size,mtime。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added / removed / changed 三方差集（changed 按 size+mtime 判定）。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单事务 + prepared statement 批量，每 1000 行提交一次 —— 避免每行一次 fsync。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启动两阶段：先 loadFromDb() 灌满快照立即可查询，再后台差量校正。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路线图 · Phase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搜索基建（v0.4.0）：A1–A8，每步独立可编译可验收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5623560"/>
                <a:gridCol w="441655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 / 验收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✅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止血：junction / 目录级剪枝 / 写库时机 / 防抖+IME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已落地 2026-09-24；独立 patch，三条验收全过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结构：FileIndex 门面 + Snapshot + SnapshotManager（COW）+ 后台扫描线程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 fileIndex.engine = legacy|v2 开关，异常可一行配置退回；冷启动无可感白屏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采集：FileScanner（Win32 DFS + 目录级剪枝）+ FileIndexDatabase + DatabaseMigrator + 差量事务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扫描吞吐进 baseline；roots 生效；迁移框架先于字段增补落地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查询：QueryEngine（Parser→Filter→Score→TopK）+ bench_file_index.cpp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先出 baseline（N = 2/5/10/20 万），再决定要不要做优化候选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A5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增量：FileWatcher（ReadDirectoryChangesW）+ FileSystemEvent 分发 + 溢出降级重扫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新建/改名/删除 ≤100 ms 可在搜索里看到；溢出用例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A6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冷启动与反馈：DB 载入 → 快照发布 → 后台差量；frecency 回路；空查询「最近文件」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冷启动到可查询 &lt; 300 ms（20 万条）；杀进程重启仍走 DB（日志可证）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A7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融合与收尾：ISearchProvider + k-way merge + 打分日志开关 + Ctrl+Enter/复制路径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 FileSearcher 兼容层与 engine 开关后仍能编译运行；结果无回归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A8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（可选）拼音首字母：enablePinyinInitials，默认关闭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开启后 bg 可命中「报告」；不进关键路径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分支节奏：A1 单独 patch → A2–A4 一个 feature 分支 → A5–A7 一个分支。A 阶段完成即是可用产品。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路线图 · Phase B–E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文件治理（v0.4.x → v0.5.x）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4078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691640"/>
                <a:gridCol w="4617720"/>
                <a:gridCol w="32735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 / 验收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
v0.4.x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 + 可控范围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FileClassifier（16 位 FileKind 掩码）+ ExcludeRuleSet /
ProjectGuard + QueryParser + 快照 catMask/flags + 过滤 Chip UI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白名单切换 &lt; 50 ms 且不扫盘；
node_modules 工程条目下降 ≥95%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
v0.4.x–v0.5.x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 Box 中转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DownloadsDatabase（pipe_state / track_state 双状态）+
IngestEngine（A+B 主判定 + 退避）+ FileIdentity + BrowserSource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下载完成 ≤3 s 可见；100 次端到端
0 误拉；同名 0 覆盖；100% 可撤销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去向追踪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FileId 同卷 → quickSig 跨卷 → 离线对账四级 →
Unknown 兜底 UI；USN Journal 单独最后做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同卷指纹命中 ≥99%、误判 0；
移动链 ≥3 级正确；USN 默认关闭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自动治理与多源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归档规则（默认 suggest）+ dry-run + 查重（quickSig/fullSig）+
Todo/剪贴板联动 + IM 源适配器（QQ/微信/钉钉）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自动移动必走 move_journal；
IM 源最后做，不静默接管陌生目录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B 必须先于 C：cat_mask/flags 就是 files 表 v1→v2 的第一个真实迁移用例，顺便把 DatabaseMigrator 立起来。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验收门槛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性能预算（三档口径）与正确性硬门槛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口径：Target / Budget / Fail —— 超过 Budget 就要解释，超过 Fail 必须停下来处理。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38528"/>
          <a:ext cx="6949440" cy="2761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325880"/>
                <a:gridCol w="1371600"/>
                <a:gridCol w="13258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指标（N = 20 万条）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Target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Budget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P50 / P99 —— 查询长 1–3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3 / 8 ms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6 / 15 ms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&gt; 25 ms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P50 / P99 —— 查询长 4–8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2 / 5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4 / 10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&gt; 20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快照内存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30 MB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40 MB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60 MB（触发优化候选）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冷启动到「可查询」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150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300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600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首次全量扫描 20 万条（后台）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8 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15 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30 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增量：watcher 事件 → 可查询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100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300 ms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1 s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938528"/>
            <a:ext cx="363931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938528"/>
            <a:ext cx="3639312" cy="502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正确性硬门槛（不可让步）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15184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golden 用例全命中：子序列 / 多词 / typo / 中文 / 短路路径。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缓存命中路径与全量路径结果集逐条一致。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种类白名单切换 &lt; 50 ms 且不扫盘。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浏览器下载 100 次：0 次误拉未完成文件。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去向追踪同卷指纹命中 ≥99%，误判 0。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·  同名冲突 0 覆盖，撤销成功率 100%。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4632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注意：上表 Target 值是设计稿的预期，</a:t>
            </a:r>
            <a:r>
              <a:rPr sz="11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目前尚无实测支撑</a:t>
            </a: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（20 万条 5–15 ms 也是估算）。所以 A4 的第一步是</a:t>
            </a:r>
            <a:r>
              <a:rPr sz="11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只建 baseline、不设断言</a:t>
            </a: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：测 N = 2/5/10/20 万的查询分位、冷启动、全量扫描、快照内存，结果写进 docs/devlog/，再回头校准这张表。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风险与边界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最严重的风险，与「明确不做」的清单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风险（按严重度）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38528"/>
          <a:ext cx="66751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93192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缓解</a:t>
                      </a:r>
                    </a:p>
                  </a:txBody>
                  <a:tcPr marL="77724" marR="64008" marT="18288" marB="18288" anchor="ctr">
                    <a:solidFill>
                      <a:srgbClr val="14223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误移用户文件（最严重）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 suggest 不自动移动；autoOrganize 默认关；
所有移动走 move_journal，先写 intent 再执行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去向误判（比「不知道」更糟）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多候选一律落 Unknown，绝不猜；
指纹/签名唯一命中才确认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 / box / 追踪三路重复处理同一变更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ms 合并窗口 + 路径去重；
box 拉取完成后直接通知索引 upsert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长路径 &gt;260 字符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全程 \\?\ 前缀 + manifest longPathAware；
本期至少保证不崩溃</a:t>
                      </a:r>
                    </a:p>
                  </a:txBody>
                  <a:tcPr marL="77724" marR="64008" marT="18288" marB="18288" anchor="ctr">
                    <a:solidFill>
                      <a:srgbClr val="F1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OneDrive 占位 / 网络盘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只读元数据安全；mtime 频繁变靠 200 ms 去抖；
网络盘默认不入 roots</a:t>
                      </a:r>
                    </a:p>
                  </a:txBody>
                  <a:tcPr marL="77724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609344"/>
            <a:ext cx="3913632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09344"/>
            <a:ext cx="3913632" cy="5029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65376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明确不做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不做全文检索（需另立项并启用 sqlite3[fts5]）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不做下载加速 / 断点续传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不做云盘双向同步 / 跨设备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不接管「另存为」到任意目录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不自动删除任何文件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不猜测文件去向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不做归档代理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606B7C"/>
                </a:solidFill>
                <a:latin typeface="Microsoft YaHei"/>
                <a:ea typeface="Microsoft YaHei"/>
                <a:cs typeface="Microsoft YaHei"/>
              </a:rPr>
              <a:t>✕  不做全局 EventBus（只加 FileSystemEvent + 极轻量分发器）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468112"/>
            <a:ext cx="6675120" cy="69494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68112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复杂度警告：</a:t>
            </a: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① 目录级剪枝必须先判父目录再下探，天然要求自建迭代栈 —— 这正是 A1/A2 必须先落地的原因；② 时序错（扫描未完就反查）会导致候选集为空、幽灵条目堆积。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35024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820095" cy="987552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292" cy="9875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130552"/>
            <a:ext cx="777240" cy="292608"/>
          </a:xfrm>
          <a:prstGeom prst="roundRect">
            <a:avLst>
              <a:gd name="adj" fmla="val 3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29384"/>
            <a:ext cx="9326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 已落地，等 review /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95144"/>
            <a:ext cx="9326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分支 fix/a1-stop-bleeding：1 个 fix commit + 1 个 docs commit；
已在隔离 worktree 单独编译 + 冒烟通过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10820095" cy="987552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80360"/>
            <a:ext cx="50292" cy="98755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227832"/>
            <a:ext cx="777240" cy="292608"/>
          </a:xfrm>
          <a:prstGeom prst="roundRect">
            <a:avLst>
              <a:gd name="adj" fmla="val 35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026664"/>
            <a:ext cx="9326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3 真机走查 → tag v0.3.0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92424"/>
            <a:ext cx="9326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大改之前先有一个已知良好、可回退的 tag；
顺带可插 1–2 天打包 spike（vcpkg Qt 部署 + NSIS）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10820095" cy="987552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77639"/>
            <a:ext cx="50292" cy="98755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325112"/>
            <a:ext cx="777240" cy="292608"/>
          </a:xfrm>
          <a:prstGeom prst="roundRect">
            <a:avLst>
              <a:gd name="adj" fmla="val 35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2511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然后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123944"/>
            <a:ext cx="9326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A2 结构：门面 + COW 快照 + 后台扫描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489704"/>
            <a:ext cx="9326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先验证 MSVC 是否支持 std::atomic&lt;std::shared_ptr&gt;（10 分钟，别跳过），
不支持就换 std::shared_mutex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20095" cy="987552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074920"/>
            <a:ext cx="50292" cy="98755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5422392"/>
            <a:ext cx="777240" cy="292608"/>
          </a:xfrm>
          <a:prstGeom prst="roundRect">
            <a:avLst>
              <a:gd name="adj" fmla="val 35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422392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之后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21224"/>
            <a:ext cx="9326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A3 采集 → A4 baseline → A5 增量 → A6 冷启动 → A7 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586983"/>
            <a:ext cx="9326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A4 的 baseline 数据是后面所有优化决策的依据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9722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C92"/>
                </a:solidFill>
                <a:latin typeface="Microsoft YaHei"/>
                <a:ea typeface="Microsoft YaHei"/>
                <a:cs typeface="Microsoft YaHei"/>
              </a:rPr>
              <a:t>依据：docs/architecture/{文件检索重构方案, 文件治理功能设计, v0.4-实施清单}.md ｜ docs/devlog/2026-09-24.md ｜ docs/troubleshooting/qt-nosymlinks-挡不住junction.md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