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B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06440" y="0"/>
            <a:ext cx="594360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70448" y="822960"/>
            <a:ext cx="466344" cy="201168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70448" y="1600200"/>
            <a:ext cx="466344" cy="201168"/>
          </a:xfrm>
          <a:prstGeom prst="roundRect">
            <a:avLst>
              <a:gd name="adj" fmla="val 50000"/>
            </a:avLst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70448" y="2377440"/>
            <a:ext cx="466344" cy="201168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70448" y="3154679"/>
            <a:ext cx="466344" cy="201168"/>
          </a:xfrm>
          <a:prstGeom prst="roundRect">
            <a:avLst>
              <a:gd name="adj" fmla="val 50000"/>
            </a:avLst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70448" y="3931920"/>
            <a:ext cx="466344" cy="201168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70448" y="4709160"/>
            <a:ext cx="466344" cy="201168"/>
          </a:xfrm>
          <a:prstGeom prst="roundRect">
            <a:avLst>
              <a:gd name="adj" fmla="val 50000"/>
            </a:avLst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70448" y="5486400"/>
            <a:ext cx="466344" cy="201168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65960"/>
            <a:ext cx="1667398" cy="230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设备 A · 家里台式机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2480056" cy="8470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730752" cy="294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两台电脑共享文件、各自编辑、自动合并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29200"/>
            <a:ext cx="2034032" cy="294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冲突可见 · 版本不丢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32120"/>
            <a:ext cx="2240089" cy="230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软件工程导论实践 · 方案构想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6731" y="3749039"/>
            <a:ext cx="202653" cy="3314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965960"/>
            <a:ext cx="1667398" cy="2301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FC5D6"/>
                </a:solidFill>
                <a:latin typeface="Microsoft YaHei"/>
                <a:ea typeface="Microsoft YaHei"/>
                <a:cs typeface="Microsoft YaHei"/>
              </a:rPr>
              <a:t>设备 B · 公司笔记本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109167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4311396" cy="497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一次同步，中间发生了什么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2461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3246120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901952"/>
            <a:ext cx="922655" cy="329184"/>
          </a:xfrm>
          <a:prstGeom prst="roundRect">
            <a:avLst>
              <a:gd name="adj" fmla="val 4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922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本机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1086929" cy="285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本地共享根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269747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扫描 + 哈希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算出每个文件的大小、时间、SHA-256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比对基线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和上次同步的记录比，判断谁改了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645920"/>
            <a:ext cx="32461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645920"/>
            <a:ext cx="3246120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58200" y="1901952"/>
            <a:ext cx="922655" cy="329184"/>
          </a:xfrm>
          <a:prstGeom prst="roundRect">
            <a:avLst>
              <a:gd name="adj" fmla="val 40000"/>
            </a:avLst>
          </a:prstGeom>
          <a:solidFill>
            <a:srgbClr val="E4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901952"/>
            <a:ext cx="9226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6270"/>
                </a:solidFill>
                <a:latin typeface="Microsoft YaHei"/>
                <a:ea typeface="Microsoft YaHei"/>
                <a:cs typeface="Microsoft YaHei"/>
              </a:rPr>
              <a:t>对端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77440"/>
            <a:ext cx="1289685" cy="285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对端文件清单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944368"/>
            <a:ext cx="269747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6270"/>
                </a:solidFill>
                <a:latin typeface="Microsoft YaHei"/>
                <a:ea typeface="Microsoft YaHei"/>
                <a:cs typeface="Microsoft YaHei"/>
              </a:rPr>
              <a:t>拉取清单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拿到对端每个文件的状态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76270"/>
                </a:solidFill>
                <a:latin typeface="Microsoft YaHei"/>
                <a:ea typeface="Microsoft YaHei"/>
                <a:cs typeface="Microsoft YaHei"/>
              </a:rPr>
              <a:t>执行动作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按判定结果上传 / 下载 / 标记冲突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645920"/>
            <a:ext cx="3246120" cy="329184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1901952"/>
            <a:ext cx="701040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判定中心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2304288"/>
            <a:ext cx="910336" cy="294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三方差集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2834640"/>
            <a:ext cx="26974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本地 L  ·  基线 S  ·  对端 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三者一比，动作就唯一确定了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730752"/>
            <a:ext cx="771651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只有本地改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675888"/>
            <a:ext cx="909574" cy="329184"/>
          </a:xfrm>
          <a:prstGeom prst="roundRect">
            <a:avLst>
              <a:gd name="adj" fmla="val 40000"/>
            </a:avLst>
          </a:prstGeom>
          <a:solidFill>
            <a:srgbClr val="2A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3675888"/>
            <a:ext cx="90957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4133088"/>
            <a:ext cx="771651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只有对端改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078224"/>
            <a:ext cx="909574" cy="329184"/>
          </a:xfrm>
          <a:prstGeom prst="roundRect">
            <a:avLst>
              <a:gd name="adj" fmla="val 40000"/>
            </a:avLst>
          </a:prstGeom>
          <a:solidFill>
            <a:srgbClr val="2A7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4078224"/>
            <a:ext cx="90957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4535424"/>
            <a:ext cx="63195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两边都改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480560"/>
            <a:ext cx="909574" cy="329184"/>
          </a:xfrm>
          <a:prstGeom prst="roundRect">
            <a:avLst>
              <a:gd name="adj" fmla="val 40000"/>
            </a:avLst>
          </a:prstGeom>
          <a:solidFill>
            <a:srgbClr val="9C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4480560"/>
            <a:ext cx="90957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166360"/>
            <a:ext cx="10820095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5321807"/>
            <a:ext cx="1642872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通道选择（自动降级）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" y="5705856"/>
            <a:ext cx="1780114" cy="329184"/>
          </a:xfrm>
          <a:prstGeom prst="roundRect">
            <a:avLst>
              <a:gd name="adj" fmla="val 4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705856"/>
            <a:ext cx="178011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直连 QTcpSocket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4826" y="5760720"/>
            <a:ext cx="156972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15722" y="5705856"/>
            <a:ext cx="1772920" cy="329184"/>
          </a:xfrm>
          <a:prstGeom prst="roundRect">
            <a:avLst>
              <a:gd name="adj" fmla="val 40000"/>
            </a:avLst>
          </a:prstGeom>
          <a:solidFill>
            <a:srgbClr val="E4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15722" y="5705856"/>
            <a:ext cx="177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6270"/>
                </a:solidFill>
                <a:latin typeface="Microsoft YaHei"/>
                <a:ea typeface="Microsoft YaHei"/>
                <a:cs typeface="Microsoft YaHei"/>
              </a:rPr>
              <a:t>共享目录（异地）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08098" y="5779007"/>
            <a:ext cx="342595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连不上直连就退回共享目录，所以两种网络环境都能用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