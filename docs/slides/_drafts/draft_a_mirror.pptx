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03120"/>
            <a:ext cx="2014372" cy="2578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ASSISTANT · 功能构想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42032"/>
            <a:ext cx="2375408" cy="810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设备同步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639312"/>
            <a:ext cx="4240022" cy="3130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两台电脑共享文件 · 各自编辑 · 自动合并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389120"/>
            <a:ext cx="2743200" cy="27432"/>
          </a:xfrm>
          <a:prstGeom prst="rect">
            <a:avLst/>
          </a:prstGeom>
          <a:solidFill>
            <a:srgbClr val="35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681728"/>
            <a:ext cx="2326767" cy="239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软件工程导论实践 · 方案构想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10312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1E304C"/>
          </a:solidFill>
          <a:ln w="9525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03336" y="2258568"/>
            <a:ext cx="1161288" cy="566928"/>
          </a:xfrm>
          <a:prstGeom prst="rect">
            <a:avLst/>
          </a:prstGeom>
          <a:solidFill>
            <a:srgbClr val="2A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3218687"/>
            <a:ext cx="519214" cy="20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设备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2103120"/>
            <a:ext cx="1417320" cy="1051560"/>
          </a:xfrm>
          <a:prstGeom prst="roundRect">
            <a:avLst>
              <a:gd name="adj" fmla="val 8000"/>
            </a:avLst>
          </a:prstGeom>
          <a:solidFill>
            <a:srgbClr val="1E304C"/>
          </a:solidFill>
          <a:ln w="9525">
            <a:solidFill>
              <a:srgbClr val="2A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23576" y="2258568"/>
            <a:ext cx="1161288" cy="566928"/>
          </a:xfrm>
          <a:prstGeom prst="rect">
            <a:avLst/>
          </a:prstGeom>
          <a:solidFill>
            <a:srgbClr val="2A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95560" y="3218687"/>
            <a:ext cx="519214" cy="20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设备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0656" y="2377439"/>
            <a:ext cx="260210" cy="478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712463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同一份文件 · 两边都改 · 都不丢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4463" y="6382512"/>
            <a:ext cx="231432" cy="20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63828" cy="2209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485900" cy="497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一页看懂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37809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3378098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8408" y="1938528"/>
            <a:ext cx="1092707" cy="329184"/>
          </a:xfrm>
          <a:prstGeom prst="roundRect">
            <a:avLst>
              <a:gd name="adj" fmla="val 4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38528"/>
            <a:ext cx="1092707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要解决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468880"/>
            <a:ext cx="2231517" cy="3038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两台电脑的文件对不上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063240"/>
            <a:ext cx="279288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U 盘和微信传文件靠手工，改乱了不知道哪份新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网盘冲突时静默生成副本，用户根本不知道发生过什么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2498" y="1645920"/>
            <a:ext cx="337809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2498" y="1645920"/>
            <a:ext cx="3378098" cy="5486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5106" y="1938528"/>
            <a:ext cx="1092707" cy="329184"/>
          </a:xfrm>
          <a:prstGeom prst="roundRect">
            <a:avLst>
              <a:gd name="adj" fmla="val 40000"/>
            </a:avLst>
          </a:prstGeom>
          <a:solidFill>
            <a:srgbClr val="E4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5106" y="1938528"/>
            <a:ext cx="1092707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6270"/>
                </a:solidFill>
                <a:latin typeface="Microsoft YaHei"/>
                <a:ea typeface="Microsoft YaHei"/>
                <a:cs typeface="Microsoft YaHei"/>
              </a:rPr>
              <a:t>怎么做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5106" y="2468880"/>
            <a:ext cx="2231517" cy="3038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把传输和同步逻辑拆开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5106" y="3063240"/>
            <a:ext cx="279288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同步逻辑自己写，传输做成可替换的通道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局域网走直连，异地走共享目录，连不通自动降级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99196" y="1645920"/>
            <a:ext cx="337809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99196" y="1645920"/>
            <a:ext cx="3378098" cy="54864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91804" y="1938528"/>
            <a:ext cx="1092707" cy="329184"/>
          </a:xfrm>
          <a:prstGeom prst="roundRect">
            <a:avLst>
              <a:gd name="adj" fmla="val 40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1804" y="1938528"/>
            <a:ext cx="1092707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5400"/>
                </a:solidFill>
                <a:latin typeface="Microsoft YaHei"/>
                <a:ea typeface="Microsoft YaHei"/>
                <a:cs typeface="Microsoft YaHei"/>
              </a:rPr>
              <a:t>守什么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804" y="2468880"/>
            <a:ext cx="1584007" cy="3038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冲突必须看得见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804" y="3063240"/>
            <a:ext cx="279288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两边都改过的文件，保留双方版本，绝不静默覆盖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删除的文件先移入回收目录，可恢复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4463" y="6382512"/>
            <a:ext cx="231432" cy="202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