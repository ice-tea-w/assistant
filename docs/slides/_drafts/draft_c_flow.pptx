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875713" cy="23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ASSISTANT · 功能构想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5828792" cy="736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一份文件的两台电脑之旅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880360"/>
            <a:ext cx="5691632" cy="294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设备同步 · 让每一处改动都留下痕迹，让每一次冲突都看得见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4160520"/>
            <a:ext cx="1024128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40416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471" y="3502152"/>
            <a:ext cx="400177" cy="230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434" y="4398264"/>
            <a:ext cx="49225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已同步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0416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427" y="3502152"/>
            <a:ext cx="563689" cy="230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6146" y="4398264"/>
            <a:ext cx="49225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待上传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81544" y="40416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9383" y="3502152"/>
            <a:ext cx="727202" cy="230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对端也改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708" y="4398264"/>
            <a:ext cx="35255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92256" y="40416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20095" y="3502152"/>
            <a:ext cx="727202" cy="230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保留两份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37570" y="4398264"/>
            <a:ext cx="49225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已解决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32120"/>
            <a:ext cx="2240089" cy="230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软件工程导论实践 · 方案构想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50163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5724144" cy="497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冲突不是故障，是流程上的一个站点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4871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E6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2487168" cy="64008"/>
          </a:xfrm>
          <a:prstGeom prst="rect">
            <a:avLst/>
          </a:prstGeom>
          <a:solidFill>
            <a:srgbClr val="5E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1021524" cy="267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与基线一致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9572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上次同步之后，谁都没动过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12848"/>
            <a:ext cx="156972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45920"/>
            <a:ext cx="24871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645920"/>
            <a:ext cx="2487168" cy="640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938528"/>
            <a:ext cx="831850" cy="267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本地改了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39572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只在一侧改动 → 直接上传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2" y="2212848"/>
            <a:ext cx="156972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645920"/>
            <a:ext cx="24871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645920"/>
            <a:ext cx="2487168" cy="640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1938528"/>
            <a:ext cx="831850" cy="267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对端改了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39572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只在另一侧改动 → 直接下载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2212848"/>
            <a:ext cx="156972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1645920"/>
            <a:ext cx="24871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5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7696" y="1645920"/>
            <a:ext cx="2487168" cy="64008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938528"/>
            <a:ext cx="1021524" cy="267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两边都改了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9572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内容不同 → 生成冲突副本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74720"/>
            <a:ext cx="10820095" cy="1298448"/>
          </a:xfrm>
          <a:prstGeom prst="roundRect">
            <a:avLst>
              <a:gd name="adj" fmla="val 5000"/>
            </a:avLst>
          </a:prstGeom>
          <a:solidFill>
            <a:srgbClr val="FDF3E2"/>
          </a:solidFill>
          <a:ln w="12700">
            <a:solidFill>
              <a:srgbClr val="B5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39312"/>
            <a:ext cx="3408807" cy="2762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冲突发生时：两份都留下，一份都不丢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41648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4200"/>
                </a:solidFill>
                <a:latin typeface="Microsoft YaHei"/>
                <a:ea typeface="Microsoft YaHei"/>
                <a:cs typeface="Microsoft YaHei"/>
              </a:rPr>
              <a:t>原文件保持不动，对端版本另存为「文件名 (冲突副本 来自设备名 时间戳).扩展名」，并在界面里列出来 —— 由用户自己决定留哪份，系统不做仲裁。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956048"/>
            <a:ext cx="530031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956048"/>
            <a:ext cx="50292" cy="84124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5120640"/>
            <a:ext cx="1093470" cy="23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删除也可恢复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431536"/>
            <a:ext cx="300685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对端删除的文件先移入回收目录，不是直接消失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5575" y="4956048"/>
            <a:ext cx="530031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5575" y="4956048"/>
            <a:ext cx="50292" cy="84124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8183" y="5120640"/>
            <a:ext cx="1093470" cy="23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同步可被打断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8183" y="5431536"/>
            <a:ext cx="300685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中途中断后再同步能正确收敛，不留重复和残留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